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jecto Integrador"/>
          <p:cNvSpPr txBox="1"/>
          <p:nvPr>
            <p:ph type="title"/>
          </p:nvPr>
        </p:nvSpPr>
        <p:spPr>
          <a:xfrm>
            <a:off x="7151191" y="5614655"/>
            <a:ext cx="10081618" cy="1433164"/>
          </a:xfrm>
          <a:prstGeom prst="rect">
            <a:avLst/>
          </a:prstGeom>
        </p:spPr>
        <p:txBody>
          <a:bodyPr/>
          <a:lstStyle/>
          <a:p>
            <a:pPr/>
            <a:r>
              <a:t>Projecto Integrador</a:t>
            </a:r>
          </a:p>
        </p:txBody>
      </p:sp>
      <p:sp>
        <p:nvSpPr>
          <p:cNvPr id="172" name="SENAI São Caetano do Sul"/>
          <p:cNvSpPr txBox="1"/>
          <p:nvPr>
            <p:ph type="body" idx="21"/>
          </p:nvPr>
        </p:nvSpPr>
        <p:spPr>
          <a:xfrm>
            <a:off x="7579816" y="7166565"/>
            <a:ext cx="9224368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SENAI São Caetano do Sul</a:t>
            </a:r>
          </a:p>
        </p:txBody>
      </p:sp>
      <p:sp>
        <p:nvSpPr>
          <p:cNvPr id="173" name="ADS A 2025"/>
          <p:cNvSpPr txBox="1"/>
          <p:nvPr/>
        </p:nvSpPr>
        <p:spPr>
          <a:xfrm>
            <a:off x="10446563" y="12016384"/>
            <a:ext cx="342320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ADS A 2025</a:t>
            </a:r>
          </a:p>
        </p:txBody>
      </p:sp>
      <p:sp>
        <p:nvSpPr>
          <p:cNvPr id="174" name="Resolução de problemáticas em comércios digitais"/>
          <p:cNvSpPr txBox="1"/>
          <p:nvPr/>
        </p:nvSpPr>
        <p:spPr>
          <a:xfrm>
            <a:off x="5054906" y="16308984"/>
            <a:ext cx="1420652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Resolução de problemáticas em comércios digitais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ounded Rectangle"/>
          <p:cNvSpPr/>
          <p:nvPr/>
        </p:nvSpPr>
        <p:spPr>
          <a:xfrm>
            <a:off x="355600" y="276621"/>
            <a:ext cx="23605135" cy="1807866"/>
          </a:xfrm>
          <a:prstGeom prst="roundRect">
            <a:avLst>
              <a:gd name="adj" fmla="val 17156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77" name="Projecto Integrador"/>
          <p:cNvSpPr txBox="1"/>
          <p:nvPr>
            <p:ph type="title"/>
          </p:nvPr>
        </p:nvSpPr>
        <p:spPr>
          <a:xfrm>
            <a:off x="7151191" y="463972"/>
            <a:ext cx="10081618" cy="14331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Projecto Integrador</a:t>
            </a:r>
          </a:p>
        </p:txBody>
      </p:sp>
      <p:sp>
        <p:nvSpPr>
          <p:cNvPr id="178" name="Resolução de problemáticas em comércios digitais"/>
          <p:cNvSpPr txBox="1"/>
          <p:nvPr/>
        </p:nvSpPr>
        <p:spPr>
          <a:xfrm>
            <a:off x="5054906" y="6453784"/>
            <a:ext cx="1420652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Resolução de problemáticas em comércios digitais</a:t>
            </a:r>
          </a:p>
        </p:txBody>
      </p:sp>
      <p:sp>
        <p:nvSpPr>
          <p:cNvPr id="179" name="Rectangle"/>
          <p:cNvSpPr/>
          <p:nvPr/>
        </p:nvSpPr>
        <p:spPr>
          <a:xfrm>
            <a:off x="-25806400" y="2279598"/>
            <a:ext cx="24384000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0" name="Rectangle"/>
          <p:cNvSpPr/>
          <p:nvPr/>
        </p:nvSpPr>
        <p:spPr>
          <a:xfrm>
            <a:off x="-24384000" y="-1327"/>
            <a:ext cx="24384000" cy="2286001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1" name="Rectangle"/>
          <p:cNvSpPr/>
          <p:nvPr/>
        </p:nvSpPr>
        <p:spPr>
          <a:xfrm>
            <a:off x="-31140400" y="11431326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2" name="Rectangle"/>
          <p:cNvSpPr/>
          <p:nvPr/>
        </p:nvSpPr>
        <p:spPr>
          <a:xfrm>
            <a:off x="-29159200" y="9144000"/>
            <a:ext cx="24384000" cy="2286000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3" name="Rectangle"/>
          <p:cNvSpPr/>
          <p:nvPr/>
        </p:nvSpPr>
        <p:spPr>
          <a:xfrm>
            <a:off x="-26822400" y="4567894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-27584400" y="6855704"/>
            <a:ext cx="24384000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9D2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ounded Rectangle"/>
          <p:cNvSpPr/>
          <p:nvPr/>
        </p:nvSpPr>
        <p:spPr>
          <a:xfrm>
            <a:off x="355600" y="276621"/>
            <a:ext cx="23605135" cy="1807866"/>
          </a:xfrm>
          <a:prstGeom prst="roundRect">
            <a:avLst>
              <a:gd name="adj" fmla="val 17156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87" name="Projecto Integrador"/>
          <p:cNvSpPr txBox="1"/>
          <p:nvPr>
            <p:ph type="title"/>
          </p:nvPr>
        </p:nvSpPr>
        <p:spPr>
          <a:xfrm>
            <a:off x="7228251" y="-3625428"/>
            <a:ext cx="10081619" cy="14331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Projecto Integrador</a:t>
            </a:r>
          </a:p>
        </p:txBody>
      </p:sp>
      <p:sp>
        <p:nvSpPr>
          <p:cNvPr id="188" name="Tratativas de pesquisas"/>
          <p:cNvSpPr txBox="1"/>
          <p:nvPr/>
        </p:nvSpPr>
        <p:spPr>
          <a:xfrm>
            <a:off x="1130969" y="6453784"/>
            <a:ext cx="2227618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Tratativas de pesquisas</a:t>
            </a:r>
          </a:p>
        </p:txBody>
      </p:sp>
      <p:sp>
        <p:nvSpPr>
          <p:cNvPr id="189" name="Rectangle"/>
          <p:cNvSpPr/>
          <p:nvPr/>
        </p:nvSpPr>
        <p:spPr>
          <a:xfrm>
            <a:off x="-25806400" y="2279598"/>
            <a:ext cx="24384000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0" name="Rectangle"/>
          <p:cNvSpPr/>
          <p:nvPr/>
        </p:nvSpPr>
        <p:spPr>
          <a:xfrm>
            <a:off x="-24384000" y="-1327"/>
            <a:ext cx="24384000" cy="2286001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1" name="Rectangle"/>
          <p:cNvSpPr/>
          <p:nvPr/>
        </p:nvSpPr>
        <p:spPr>
          <a:xfrm>
            <a:off x="-31140400" y="11431326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2" name="Rectangle"/>
          <p:cNvSpPr/>
          <p:nvPr/>
        </p:nvSpPr>
        <p:spPr>
          <a:xfrm>
            <a:off x="-29159200" y="9144000"/>
            <a:ext cx="24384000" cy="2286000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3" name="Rectangle"/>
          <p:cNvSpPr/>
          <p:nvPr/>
        </p:nvSpPr>
        <p:spPr>
          <a:xfrm>
            <a:off x="-26822400" y="4567894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4" name="Rectangle"/>
          <p:cNvSpPr/>
          <p:nvPr/>
        </p:nvSpPr>
        <p:spPr>
          <a:xfrm>
            <a:off x="-27584400" y="6855704"/>
            <a:ext cx="24384000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95" name="As Plataformas Comuns"/>
          <p:cNvSpPr txBox="1"/>
          <p:nvPr/>
        </p:nvSpPr>
        <p:spPr>
          <a:xfrm>
            <a:off x="7117358" y="561604"/>
            <a:ext cx="10081618" cy="123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2023821">
              <a:lnSpc>
                <a:spcPct val="80000"/>
              </a:lnSpc>
              <a:spcBef>
                <a:spcPts val="0"/>
              </a:spcBef>
              <a:defRPr b="1" spc="-141" sz="7054">
                <a:solidFill>
                  <a:srgbClr val="D9D2C7"/>
                </a:solidFill>
              </a:defRPr>
            </a:lvl1pPr>
          </a:lstStyle>
          <a:p>
            <a:pPr/>
            <a:r>
              <a:t>As Plataformas Comuns</a:t>
            </a:r>
          </a:p>
        </p:txBody>
      </p:sp>
      <p:sp>
        <p:nvSpPr>
          <p:cNvPr id="196" name="🕵️♀️"/>
          <p:cNvSpPr txBox="1"/>
          <p:nvPr/>
        </p:nvSpPr>
        <p:spPr>
          <a:xfrm>
            <a:off x="11288217" y="7258909"/>
            <a:ext cx="173990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🕵️‍♀️</a:t>
            </a:r>
          </a:p>
        </p:txBody>
      </p:sp>
      <p:sp>
        <p:nvSpPr>
          <p:cNvPr id="197" name="Tratam todos os produtos da mesma forma, sem diferenciação entre categorias"/>
          <p:cNvSpPr txBox="1"/>
          <p:nvPr/>
        </p:nvSpPr>
        <p:spPr>
          <a:xfrm>
            <a:off x="1664369" y="15908264"/>
            <a:ext cx="2227618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Tratam todos os produtos da mesma forma, sem diferenciação entre categorias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9D2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ounded Rectangle"/>
          <p:cNvSpPr/>
          <p:nvPr/>
        </p:nvSpPr>
        <p:spPr>
          <a:xfrm>
            <a:off x="355600" y="276621"/>
            <a:ext cx="23605135" cy="1807866"/>
          </a:xfrm>
          <a:prstGeom prst="roundRect">
            <a:avLst>
              <a:gd name="adj" fmla="val 17156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0" name="Projecto Integrador"/>
          <p:cNvSpPr txBox="1"/>
          <p:nvPr>
            <p:ph type="title"/>
          </p:nvPr>
        </p:nvSpPr>
        <p:spPr>
          <a:xfrm>
            <a:off x="7228251" y="-3625428"/>
            <a:ext cx="10081619" cy="14331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Projecto Integrador</a:t>
            </a:r>
          </a:p>
        </p:txBody>
      </p:sp>
      <p:sp>
        <p:nvSpPr>
          <p:cNvPr id="201" name="Tratativas de pesquisas"/>
          <p:cNvSpPr txBox="1"/>
          <p:nvPr/>
        </p:nvSpPr>
        <p:spPr>
          <a:xfrm>
            <a:off x="1410369" y="16842384"/>
            <a:ext cx="2227618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Tratativas de pesquisas</a:t>
            </a:r>
          </a:p>
        </p:txBody>
      </p:sp>
      <p:sp>
        <p:nvSpPr>
          <p:cNvPr id="202" name="Rectangle"/>
          <p:cNvSpPr/>
          <p:nvPr/>
        </p:nvSpPr>
        <p:spPr>
          <a:xfrm>
            <a:off x="-25806400" y="2279598"/>
            <a:ext cx="24384000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3" name="Rectangle"/>
          <p:cNvSpPr/>
          <p:nvPr/>
        </p:nvSpPr>
        <p:spPr>
          <a:xfrm>
            <a:off x="-24384000" y="-1327"/>
            <a:ext cx="24384000" cy="2286001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4" name="Rectangle"/>
          <p:cNvSpPr/>
          <p:nvPr/>
        </p:nvSpPr>
        <p:spPr>
          <a:xfrm>
            <a:off x="-31140400" y="11431326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5" name="Rectangle"/>
          <p:cNvSpPr/>
          <p:nvPr/>
        </p:nvSpPr>
        <p:spPr>
          <a:xfrm>
            <a:off x="-29159200" y="9144000"/>
            <a:ext cx="24384000" cy="2286000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6" name="Rectangle"/>
          <p:cNvSpPr/>
          <p:nvPr/>
        </p:nvSpPr>
        <p:spPr>
          <a:xfrm>
            <a:off x="-26822400" y="4567894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7" name="Rectangle"/>
          <p:cNvSpPr/>
          <p:nvPr/>
        </p:nvSpPr>
        <p:spPr>
          <a:xfrm>
            <a:off x="-27584400" y="6855704"/>
            <a:ext cx="24384000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8" name="As Plataformas Comuns"/>
          <p:cNvSpPr txBox="1"/>
          <p:nvPr/>
        </p:nvSpPr>
        <p:spPr>
          <a:xfrm>
            <a:off x="7117358" y="561604"/>
            <a:ext cx="10081618" cy="123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2023821">
              <a:lnSpc>
                <a:spcPct val="80000"/>
              </a:lnSpc>
              <a:spcBef>
                <a:spcPts val="0"/>
              </a:spcBef>
              <a:defRPr b="1" spc="-141" sz="7054">
                <a:solidFill>
                  <a:srgbClr val="D9D2C7"/>
                </a:solidFill>
              </a:defRPr>
            </a:lvl1pPr>
          </a:lstStyle>
          <a:p>
            <a:pPr/>
            <a:r>
              <a:t>As Plataformas Comuns</a:t>
            </a:r>
          </a:p>
        </p:txBody>
      </p:sp>
      <p:sp>
        <p:nvSpPr>
          <p:cNvPr id="209" name="🕵️♀️"/>
          <p:cNvSpPr txBox="1"/>
          <p:nvPr/>
        </p:nvSpPr>
        <p:spPr>
          <a:xfrm>
            <a:off x="11567617" y="17647508"/>
            <a:ext cx="173990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🕵️‍♀️</a:t>
            </a:r>
          </a:p>
        </p:txBody>
      </p:sp>
      <p:sp>
        <p:nvSpPr>
          <p:cNvPr id="210" name="Tratam todos os produtos da mesma forma, sem diferenciação entre categorias"/>
          <p:cNvSpPr txBox="1"/>
          <p:nvPr/>
        </p:nvSpPr>
        <p:spPr>
          <a:xfrm>
            <a:off x="1299476" y="6453784"/>
            <a:ext cx="2227618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Tratam todos os produtos da mesma forma, sem diferenciação entre categorias</a:t>
            </a:r>
          </a:p>
        </p:txBody>
      </p:sp>
      <p:sp>
        <p:nvSpPr>
          <p:cNvPr id="211" name="Apesar da existência das categorias, as informações não são específicas para cada quando se aplica"/>
          <p:cNvSpPr txBox="1"/>
          <p:nvPr/>
        </p:nvSpPr>
        <p:spPr>
          <a:xfrm>
            <a:off x="4712353" y="14173484"/>
            <a:ext cx="14891628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Apesar da existência das categorias, as informações não são específicas para cada quando se aplica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9D2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Rounded Rectangle"/>
          <p:cNvSpPr/>
          <p:nvPr/>
        </p:nvSpPr>
        <p:spPr>
          <a:xfrm>
            <a:off x="355600" y="276621"/>
            <a:ext cx="23605135" cy="1807866"/>
          </a:xfrm>
          <a:prstGeom prst="roundRect">
            <a:avLst>
              <a:gd name="adj" fmla="val 17156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4" name="Projecto Integrador"/>
          <p:cNvSpPr txBox="1"/>
          <p:nvPr>
            <p:ph type="title"/>
          </p:nvPr>
        </p:nvSpPr>
        <p:spPr>
          <a:xfrm>
            <a:off x="7228251" y="-3625428"/>
            <a:ext cx="10081619" cy="14331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Projecto Integrador</a:t>
            </a:r>
          </a:p>
        </p:txBody>
      </p:sp>
      <p:sp>
        <p:nvSpPr>
          <p:cNvPr id="215" name="Tratativas de pesquisas"/>
          <p:cNvSpPr txBox="1"/>
          <p:nvPr/>
        </p:nvSpPr>
        <p:spPr>
          <a:xfrm>
            <a:off x="1410369" y="16842384"/>
            <a:ext cx="2227618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Tratativas de pesquisas</a:t>
            </a:r>
          </a:p>
        </p:txBody>
      </p:sp>
      <p:sp>
        <p:nvSpPr>
          <p:cNvPr id="216" name="Rectangle"/>
          <p:cNvSpPr/>
          <p:nvPr/>
        </p:nvSpPr>
        <p:spPr>
          <a:xfrm>
            <a:off x="-25806400" y="2279598"/>
            <a:ext cx="24384000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7" name="Rectangle"/>
          <p:cNvSpPr/>
          <p:nvPr/>
        </p:nvSpPr>
        <p:spPr>
          <a:xfrm>
            <a:off x="-24384000" y="-1327"/>
            <a:ext cx="24384000" cy="2286001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8" name="Rectangle"/>
          <p:cNvSpPr/>
          <p:nvPr/>
        </p:nvSpPr>
        <p:spPr>
          <a:xfrm>
            <a:off x="-31140400" y="11431326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9" name="Rectangle"/>
          <p:cNvSpPr/>
          <p:nvPr/>
        </p:nvSpPr>
        <p:spPr>
          <a:xfrm>
            <a:off x="-29159200" y="9144000"/>
            <a:ext cx="24384000" cy="2286000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0" name="Rectangle"/>
          <p:cNvSpPr/>
          <p:nvPr/>
        </p:nvSpPr>
        <p:spPr>
          <a:xfrm>
            <a:off x="-26822400" y="4567894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1" name="Rectangle"/>
          <p:cNvSpPr/>
          <p:nvPr/>
        </p:nvSpPr>
        <p:spPr>
          <a:xfrm>
            <a:off x="-27584400" y="6855704"/>
            <a:ext cx="24384000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2" name="As Plataformas Comuns"/>
          <p:cNvSpPr txBox="1"/>
          <p:nvPr/>
        </p:nvSpPr>
        <p:spPr>
          <a:xfrm>
            <a:off x="7117358" y="561604"/>
            <a:ext cx="10081618" cy="123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2023821">
              <a:lnSpc>
                <a:spcPct val="80000"/>
              </a:lnSpc>
              <a:spcBef>
                <a:spcPts val="0"/>
              </a:spcBef>
              <a:defRPr b="1" spc="-141" sz="7054">
                <a:solidFill>
                  <a:srgbClr val="D9D2C7"/>
                </a:solidFill>
              </a:defRPr>
            </a:lvl1pPr>
          </a:lstStyle>
          <a:p>
            <a:pPr/>
            <a:r>
              <a:t>As Plataformas Comuns</a:t>
            </a:r>
          </a:p>
        </p:txBody>
      </p:sp>
      <p:sp>
        <p:nvSpPr>
          <p:cNvPr id="223" name="🕵️♀️"/>
          <p:cNvSpPr txBox="1"/>
          <p:nvPr/>
        </p:nvSpPr>
        <p:spPr>
          <a:xfrm>
            <a:off x="11567617" y="17647508"/>
            <a:ext cx="173990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🕵️‍♀️</a:t>
            </a:r>
          </a:p>
        </p:txBody>
      </p:sp>
      <p:sp>
        <p:nvSpPr>
          <p:cNvPr id="224" name="Tratam todos os produtos da mesma forma, sem diferenciação entre categorias"/>
          <p:cNvSpPr txBox="1"/>
          <p:nvPr/>
        </p:nvSpPr>
        <p:spPr>
          <a:xfrm>
            <a:off x="1299476" y="6453784"/>
            <a:ext cx="2227618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Tratam todos os produtos da mesma forma, sem diferenciação entre categorias</a:t>
            </a:r>
          </a:p>
        </p:txBody>
      </p:sp>
      <p:sp>
        <p:nvSpPr>
          <p:cNvPr id="225" name="A solução é mais colorida!"/>
          <p:cNvSpPr txBox="1"/>
          <p:nvPr/>
        </p:nvSpPr>
        <p:spPr>
          <a:xfrm>
            <a:off x="7507651" y="-1715083"/>
            <a:ext cx="10081619" cy="123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853137">
              <a:lnSpc>
                <a:spcPct val="80000"/>
              </a:lnSpc>
              <a:spcBef>
                <a:spcPts val="0"/>
              </a:spcBef>
              <a:defRPr b="1" spc="-129" sz="646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0"/>
                </a:gradFill>
              </a:defRPr>
            </a:lvl1pPr>
          </a:lstStyle>
          <a:p>
            <a:pPr/>
            <a:r>
              <a:t>A solução é mais colorida!</a:t>
            </a:r>
          </a:p>
        </p:txBody>
      </p:sp>
      <p:sp>
        <p:nvSpPr>
          <p:cNvPr id="226" name="Apesar da existência das categorias, as informações não são específicas para cada quando se aplica"/>
          <p:cNvSpPr txBox="1"/>
          <p:nvPr/>
        </p:nvSpPr>
        <p:spPr>
          <a:xfrm>
            <a:off x="4823246" y="7645685"/>
            <a:ext cx="14891629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Apesar da existência das categorias, as informações não são específicas para cada quando se aplica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9D2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ounded Rectangle"/>
          <p:cNvSpPr/>
          <p:nvPr/>
        </p:nvSpPr>
        <p:spPr>
          <a:xfrm>
            <a:off x="389432" y="5954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29" name="Projecto Integrador"/>
          <p:cNvSpPr txBox="1"/>
          <p:nvPr>
            <p:ph type="title"/>
          </p:nvPr>
        </p:nvSpPr>
        <p:spPr>
          <a:xfrm>
            <a:off x="7228251" y="-3625428"/>
            <a:ext cx="10081619" cy="14331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Projecto Integrador</a:t>
            </a:r>
          </a:p>
        </p:txBody>
      </p:sp>
      <p:sp>
        <p:nvSpPr>
          <p:cNvPr id="230" name="Tratativas de pesquisas"/>
          <p:cNvSpPr txBox="1"/>
          <p:nvPr/>
        </p:nvSpPr>
        <p:spPr>
          <a:xfrm>
            <a:off x="1410369" y="16842384"/>
            <a:ext cx="2227618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Tratativas de pesquisas</a:t>
            </a:r>
          </a:p>
        </p:txBody>
      </p:sp>
      <p:sp>
        <p:nvSpPr>
          <p:cNvPr id="231" name="Rectangle"/>
          <p:cNvSpPr/>
          <p:nvPr/>
        </p:nvSpPr>
        <p:spPr>
          <a:xfrm>
            <a:off x="-25806400" y="2279598"/>
            <a:ext cx="24384000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2" name="Rectangle"/>
          <p:cNvSpPr/>
          <p:nvPr/>
        </p:nvSpPr>
        <p:spPr>
          <a:xfrm>
            <a:off x="-24384000" y="-1327"/>
            <a:ext cx="24384000" cy="2286001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3" name="Rectangle"/>
          <p:cNvSpPr/>
          <p:nvPr/>
        </p:nvSpPr>
        <p:spPr>
          <a:xfrm>
            <a:off x="-31140400" y="11431326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4" name="Rectangle"/>
          <p:cNvSpPr/>
          <p:nvPr/>
        </p:nvSpPr>
        <p:spPr>
          <a:xfrm>
            <a:off x="-29159200" y="9144000"/>
            <a:ext cx="24384000" cy="2286000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5" name="Rectangle"/>
          <p:cNvSpPr/>
          <p:nvPr/>
        </p:nvSpPr>
        <p:spPr>
          <a:xfrm>
            <a:off x="-26822400" y="4567894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6" name="Rectangle"/>
          <p:cNvSpPr/>
          <p:nvPr/>
        </p:nvSpPr>
        <p:spPr>
          <a:xfrm>
            <a:off x="-27584400" y="6855704"/>
            <a:ext cx="24384000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7" name="As Plataformas Comuns"/>
          <p:cNvSpPr txBox="1"/>
          <p:nvPr/>
        </p:nvSpPr>
        <p:spPr>
          <a:xfrm>
            <a:off x="7151191" y="-1715083"/>
            <a:ext cx="10081618" cy="123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2023821">
              <a:lnSpc>
                <a:spcPct val="80000"/>
              </a:lnSpc>
              <a:spcBef>
                <a:spcPts val="0"/>
              </a:spcBef>
              <a:defRPr b="1" spc="-141" sz="7054">
                <a:solidFill>
                  <a:srgbClr val="D9D2C7"/>
                </a:solidFill>
              </a:defRPr>
            </a:lvl1pPr>
          </a:lstStyle>
          <a:p>
            <a:pPr/>
            <a:r>
              <a:t>As Plataformas Comuns</a:t>
            </a:r>
          </a:p>
        </p:txBody>
      </p:sp>
      <p:sp>
        <p:nvSpPr>
          <p:cNvPr id="238" name="🕵️♀️"/>
          <p:cNvSpPr txBox="1"/>
          <p:nvPr/>
        </p:nvSpPr>
        <p:spPr>
          <a:xfrm>
            <a:off x="11567617" y="17647508"/>
            <a:ext cx="173990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🕵️‍♀️</a:t>
            </a:r>
          </a:p>
        </p:txBody>
      </p:sp>
      <p:sp>
        <p:nvSpPr>
          <p:cNvPr id="239" name="Tratam todos os produtos da mesma forma, sem diferenciação entre categorias"/>
          <p:cNvSpPr txBox="1"/>
          <p:nvPr/>
        </p:nvSpPr>
        <p:spPr>
          <a:xfrm>
            <a:off x="1299476" y="14632584"/>
            <a:ext cx="2227618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Tratam todos os produtos da mesma forma, sem diferenciação entre categorias</a:t>
            </a:r>
          </a:p>
        </p:txBody>
      </p:sp>
      <p:sp>
        <p:nvSpPr>
          <p:cNvPr id="240" name="A solução é mais colorida!"/>
          <p:cNvSpPr txBox="1"/>
          <p:nvPr/>
        </p:nvSpPr>
        <p:spPr>
          <a:xfrm>
            <a:off x="7396758" y="6239049"/>
            <a:ext cx="10081618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853137">
              <a:lnSpc>
                <a:spcPct val="80000"/>
              </a:lnSpc>
              <a:spcBef>
                <a:spcPts val="0"/>
              </a:spcBef>
              <a:defRPr b="1" spc="-129" sz="6460">
                <a:gradFill flip="none" rotWithShape="1"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0" scaled="0"/>
                </a:gradFill>
              </a:defRPr>
            </a:lvl1pPr>
          </a:lstStyle>
          <a:p>
            <a:pPr/>
            <a:r>
              <a:t>A solução é mais colorida!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0" advTm="0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rojecto Integrador"/>
          <p:cNvSpPr txBox="1"/>
          <p:nvPr>
            <p:ph type="title"/>
          </p:nvPr>
        </p:nvSpPr>
        <p:spPr>
          <a:xfrm>
            <a:off x="7228251" y="-3625428"/>
            <a:ext cx="10081619" cy="14331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Projecto Integrador</a:t>
            </a:r>
          </a:p>
        </p:txBody>
      </p:sp>
      <p:sp>
        <p:nvSpPr>
          <p:cNvPr id="243" name="Tratativas de pesquisas"/>
          <p:cNvSpPr txBox="1"/>
          <p:nvPr/>
        </p:nvSpPr>
        <p:spPr>
          <a:xfrm>
            <a:off x="1410369" y="16842384"/>
            <a:ext cx="2227618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Tratativas de pesquisas</a:t>
            </a:r>
          </a:p>
        </p:txBody>
      </p:sp>
      <p:sp>
        <p:nvSpPr>
          <p:cNvPr id="244" name="Rectangle"/>
          <p:cNvSpPr/>
          <p:nvPr/>
        </p:nvSpPr>
        <p:spPr>
          <a:xfrm>
            <a:off x="-25806400" y="2279598"/>
            <a:ext cx="24384000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5" name="Rectangle"/>
          <p:cNvSpPr/>
          <p:nvPr/>
        </p:nvSpPr>
        <p:spPr>
          <a:xfrm>
            <a:off x="-24384000" y="-1327"/>
            <a:ext cx="24384000" cy="2286001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6" name="Rectangle"/>
          <p:cNvSpPr/>
          <p:nvPr/>
        </p:nvSpPr>
        <p:spPr>
          <a:xfrm>
            <a:off x="-31140400" y="11431326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7" name="Rectangle"/>
          <p:cNvSpPr/>
          <p:nvPr/>
        </p:nvSpPr>
        <p:spPr>
          <a:xfrm>
            <a:off x="-29159200" y="9144000"/>
            <a:ext cx="24384000" cy="2286000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8" name="Rectangle"/>
          <p:cNvSpPr/>
          <p:nvPr/>
        </p:nvSpPr>
        <p:spPr>
          <a:xfrm>
            <a:off x="-26822400" y="4567894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49" name="Rectangle"/>
          <p:cNvSpPr/>
          <p:nvPr/>
        </p:nvSpPr>
        <p:spPr>
          <a:xfrm>
            <a:off x="-27584400" y="6855704"/>
            <a:ext cx="24384000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0" name="As Plataformas Comuns"/>
          <p:cNvSpPr txBox="1"/>
          <p:nvPr/>
        </p:nvSpPr>
        <p:spPr>
          <a:xfrm>
            <a:off x="7117358" y="-1715083"/>
            <a:ext cx="10081618" cy="123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2023821">
              <a:lnSpc>
                <a:spcPct val="80000"/>
              </a:lnSpc>
              <a:spcBef>
                <a:spcPts val="0"/>
              </a:spcBef>
              <a:defRPr b="1" spc="-141" sz="7054">
                <a:solidFill>
                  <a:srgbClr val="D9D2C7"/>
                </a:solidFill>
              </a:defRPr>
            </a:lvl1pPr>
          </a:lstStyle>
          <a:p>
            <a:pPr/>
            <a:r>
              <a:t>As Plataformas Comuns</a:t>
            </a:r>
          </a:p>
        </p:txBody>
      </p:sp>
      <p:sp>
        <p:nvSpPr>
          <p:cNvPr id="251" name="🕵️♀️"/>
          <p:cNvSpPr txBox="1"/>
          <p:nvPr/>
        </p:nvSpPr>
        <p:spPr>
          <a:xfrm>
            <a:off x="11567617" y="17647508"/>
            <a:ext cx="1739901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🕵️‍♀️</a:t>
            </a:r>
          </a:p>
        </p:txBody>
      </p:sp>
      <p:sp>
        <p:nvSpPr>
          <p:cNvPr id="252" name="Rounded Rectangle"/>
          <p:cNvSpPr/>
          <p:nvPr/>
        </p:nvSpPr>
        <p:spPr>
          <a:xfrm>
            <a:off x="389432" y="5954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3" name="A solução é mais colorida!"/>
          <p:cNvSpPr txBox="1"/>
          <p:nvPr/>
        </p:nvSpPr>
        <p:spPr>
          <a:xfrm>
            <a:off x="7396758" y="6239049"/>
            <a:ext cx="10081618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853137">
              <a:lnSpc>
                <a:spcPct val="80000"/>
              </a:lnSpc>
              <a:spcBef>
                <a:spcPts val="0"/>
              </a:spcBef>
              <a:defRPr b="1" spc="-129" sz="6460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6">
                        <a:lumOff val="16165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pPr/>
            <a:r>
              <a:t>A solução é mais colorida!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0" advTm="1000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6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7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8" name="Rectangle"/>
          <p:cNvSpPr/>
          <p:nvPr/>
        </p:nvSpPr>
        <p:spPr>
          <a:xfrm>
            <a:off x="0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59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0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1" name="Rounded Rectangle"/>
          <p:cNvSpPr/>
          <p:nvPr/>
        </p:nvSpPr>
        <p:spPr>
          <a:xfrm>
            <a:off x="389432" y="5954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2" name="A solução é mais colorida!"/>
          <p:cNvSpPr txBox="1"/>
          <p:nvPr/>
        </p:nvSpPr>
        <p:spPr>
          <a:xfrm>
            <a:off x="7396758" y="6239049"/>
            <a:ext cx="10081618" cy="1237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853137">
              <a:lnSpc>
                <a:spcPct val="80000"/>
              </a:lnSpc>
              <a:spcBef>
                <a:spcPts val="0"/>
              </a:spcBef>
              <a:defRPr b="1" spc="-129" sz="6460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6">
                        <a:lumOff val="16165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pPr/>
            <a:r>
              <a:t>A solução é mais colorida!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0" advTm="1000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5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6" name="Rectangle"/>
          <p:cNvSpPr/>
          <p:nvPr/>
        </p:nvSpPr>
        <p:spPr>
          <a:xfrm>
            <a:off x="-1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7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8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9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0" name="Rounded Rectangle"/>
          <p:cNvSpPr/>
          <p:nvPr/>
        </p:nvSpPr>
        <p:spPr>
          <a:xfrm rot="17259362">
            <a:off x="-3708400" y="6223000"/>
            <a:ext cx="1270000" cy="1270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1" name="Rounded Rectangle"/>
          <p:cNvSpPr/>
          <p:nvPr/>
        </p:nvSpPr>
        <p:spPr>
          <a:xfrm>
            <a:off x="389432" y="149456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2" name="A solução é mais colorida!"/>
          <p:cNvSpPr txBox="1"/>
          <p:nvPr/>
        </p:nvSpPr>
        <p:spPr>
          <a:xfrm>
            <a:off x="7430591" y="15230650"/>
            <a:ext cx="10081618" cy="1237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>
            <a:lvl1pPr defTabSz="1853137">
              <a:lnSpc>
                <a:spcPct val="80000"/>
              </a:lnSpc>
              <a:spcBef>
                <a:spcPts val="0"/>
              </a:spcBef>
              <a:defRPr b="1" spc="-129" sz="6460">
                <a:gradFill flip="none" rotWithShape="1">
                  <a:gsLst>
                    <a:gs pos="0">
                      <a:schemeClr val="accent1">
                        <a:lumOff val="16847"/>
                      </a:schemeClr>
                    </a:gs>
                    <a:gs pos="100000">
                      <a:schemeClr val="accent6">
                        <a:lumOff val="16165"/>
                      </a:schemeClr>
                    </a:gs>
                  </a:gsLst>
                  <a:lin ang="0" scaled="0"/>
                </a:gradFill>
              </a:defRPr>
            </a:lvl1pPr>
          </a:lstStyle>
          <a:p>
            <a:pPr/>
            <a:r>
              <a:t>A solução é mais colorida!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0" advTm="0" p14:dur="1000">
        <p159:morph option="byObject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5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6" name="Rectangle"/>
          <p:cNvSpPr/>
          <p:nvPr/>
        </p:nvSpPr>
        <p:spPr>
          <a:xfrm>
            <a:off x="-1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7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8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9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0" name="Rounded Rectangle"/>
          <p:cNvSpPr/>
          <p:nvPr/>
        </p:nvSpPr>
        <p:spPr>
          <a:xfrm>
            <a:off x="11557000" y="6223000"/>
            <a:ext cx="1270000" cy="12700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0" advTm="0" p14:dur="1000">
        <p159:morph option="byObject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3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4" name="Rectangle"/>
          <p:cNvSpPr/>
          <p:nvPr/>
        </p:nvSpPr>
        <p:spPr>
          <a:xfrm>
            <a:off x="-1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5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6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7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8" name="Rounded Rectangle"/>
          <p:cNvSpPr/>
          <p:nvPr/>
        </p:nvSpPr>
        <p:spPr>
          <a:xfrm>
            <a:off x="9652000" y="4318000"/>
            <a:ext cx="5080000" cy="5080000"/>
          </a:xfrm>
          <a:prstGeom prst="roundRect">
            <a:avLst>
              <a:gd name="adj" fmla="val 6028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0" advTm="0" p14:dur="600">
        <p159:morph option="byObject"/>
      </p:transition>
    </mc:Choice>
    <mc:Fallback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1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2" name="Rectangle"/>
          <p:cNvSpPr/>
          <p:nvPr/>
        </p:nvSpPr>
        <p:spPr>
          <a:xfrm>
            <a:off x="-1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3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4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5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6" name="Rounded Rectangle"/>
          <p:cNvSpPr/>
          <p:nvPr/>
        </p:nvSpPr>
        <p:spPr>
          <a:xfrm rot="18900000">
            <a:off x="9653639" y="4319639"/>
            <a:ext cx="5076722" cy="5076722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97" name="Íris"/>
          <p:cNvSpPr txBox="1"/>
          <p:nvPr/>
        </p:nvSpPr>
        <p:spPr>
          <a:xfrm>
            <a:off x="11697592" y="6858000"/>
            <a:ext cx="98881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advClick="0" advTm="0" p14:dur="1000">
        <p159:morph option="byObject"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0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1" name="Rectangle"/>
          <p:cNvSpPr/>
          <p:nvPr/>
        </p:nvSpPr>
        <p:spPr>
          <a:xfrm>
            <a:off x="-1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2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3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4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5" name="Rounded Rectangle"/>
          <p:cNvSpPr/>
          <p:nvPr/>
        </p:nvSpPr>
        <p:spPr>
          <a:xfrm rot="18900000">
            <a:off x="9653639" y="4319639"/>
            <a:ext cx="5076722" cy="5076722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6" name="Íris"/>
          <p:cNvSpPr txBox="1"/>
          <p:nvPr/>
        </p:nvSpPr>
        <p:spPr>
          <a:xfrm>
            <a:off x="11697592" y="6451600"/>
            <a:ext cx="988816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0" advTm="0" p14:dur="500">
        <p159:morph option="byObject"/>
      </p:transition>
    </mc:Choice>
    <mc:Fallback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09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0" name="Rectangle"/>
          <p:cNvSpPr/>
          <p:nvPr/>
        </p:nvSpPr>
        <p:spPr>
          <a:xfrm>
            <a:off x="-1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1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2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3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4" name="Rounded Rectangle"/>
          <p:cNvSpPr/>
          <p:nvPr/>
        </p:nvSpPr>
        <p:spPr>
          <a:xfrm rot="18900000">
            <a:off x="4568850" y="-765150"/>
            <a:ext cx="15246300" cy="15246300"/>
          </a:xfrm>
          <a:prstGeom prst="roundRect">
            <a:avLst>
              <a:gd name="adj" fmla="val 199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5" name="Íris"/>
          <p:cNvSpPr txBox="1"/>
          <p:nvPr/>
        </p:nvSpPr>
        <p:spPr>
          <a:xfrm>
            <a:off x="11269116" y="6172199"/>
            <a:ext cx="1845768" cy="1371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6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316" name="Comércio digital em todas as cores"/>
          <p:cNvSpPr txBox="1"/>
          <p:nvPr/>
        </p:nvSpPr>
        <p:spPr>
          <a:xfrm>
            <a:off x="1053909" y="16006463"/>
            <a:ext cx="2227618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Comércio digital em todas as cores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fast" advClick="1" p14:dur="500">
        <p159:morph option="byObject"/>
      </p:transition>
    </mc:Choice>
    <mc:Fallback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9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0" name="Rectangle"/>
          <p:cNvSpPr/>
          <p:nvPr/>
        </p:nvSpPr>
        <p:spPr>
          <a:xfrm>
            <a:off x="-1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1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2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3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4" name="Rounded Rectangle"/>
          <p:cNvSpPr/>
          <p:nvPr/>
        </p:nvSpPr>
        <p:spPr>
          <a:xfrm rot="18900000">
            <a:off x="4568850" y="-765150"/>
            <a:ext cx="15246300" cy="15246300"/>
          </a:xfrm>
          <a:prstGeom prst="roundRect">
            <a:avLst>
              <a:gd name="adj" fmla="val 199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5" name="Íris"/>
          <p:cNvSpPr txBox="1"/>
          <p:nvPr/>
        </p:nvSpPr>
        <p:spPr>
          <a:xfrm>
            <a:off x="10807055" y="3580915"/>
            <a:ext cx="2769890" cy="198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12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326" name="Comércio em todas as cores"/>
          <p:cNvSpPr txBox="1"/>
          <p:nvPr/>
        </p:nvSpPr>
        <p:spPr>
          <a:xfrm>
            <a:off x="1053909" y="6453784"/>
            <a:ext cx="2227618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Comércio em todas as cores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5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9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0" name="Rectangle"/>
          <p:cNvSpPr/>
          <p:nvPr/>
        </p:nvSpPr>
        <p:spPr>
          <a:xfrm>
            <a:off x="-1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1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2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3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4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5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336" name="Rounded Rectangle"/>
          <p:cNvSpPr/>
          <p:nvPr/>
        </p:nvSpPr>
        <p:spPr>
          <a:xfrm>
            <a:off x="4797868" y="508000"/>
            <a:ext cx="19036163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7" name="Termo de Pesquisa"/>
          <p:cNvSpPr txBox="1"/>
          <p:nvPr/>
        </p:nvSpPr>
        <p:spPr>
          <a:xfrm>
            <a:off x="12264051" y="738784"/>
            <a:ext cx="531967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Termo de Pesquisa</a:t>
            </a:r>
          </a:p>
        </p:txBody>
      </p:sp>
      <p:sp>
        <p:nvSpPr>
          <p:cNvPr id="338" name="Comércio digital em todas as cores"/>
          <p:cNvSpPr txBox="1"/>
          <p:nvPr/>
        </p:nvSpPr>
        <p:spPr>
          <a:xfrm>
            <a:off x="1053909" y="14657984"/>
            <a:ext cx="2227618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Comércio digital em todas as cores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15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"/>
          <p:cNvSpPr/>
          <p:nvPr/>
        </p:nvSpPr>
        <p:spPr>
          <a:xfrm>
            <a:off x="0" y="0"/>
            <a:ext cx="5319675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1" name="Rectangle"/>
          <p:cNvSpPr/>
          <p:nvPr/>
        </p:nvSpPr>
        <p:spPr>
          <a:xfrm>
            <a:off x="-1" y="2281409"/>
            <a:ext cx="5319676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2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3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4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5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6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7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348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929292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9" name="Termo de Pesquisa"/>
          <p:cNvSpPr txBox="1"/>
          <p:nvPr/>
        </p:nvSpPr>
        <p:spPr>
          <a:xfrm>
            <a:off x="12264051" y="738784"/>
            <a:ext cx="531967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Termo de Pesquisa</a:t>
            </a:r>
          </a:p>
        </p:txBody>
      </p:sp>
      <p:sp>
        <p:nvSpPr>
          <p:cNvPr id="350" name="Moda"/>
          <p:cNvSpPr txBox="1"/>
          <p:nvPr/>
        </p:nvSpPr>
        <p:spPr>
          <a:xfrm>
            <a:off x="-3338373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351" name="Automotôres"/>
          <p:cNvSpPr txBox="1"/>
          <p:nvPr/>
        </p:nvSpPr>
        <p:spPr>
          <a:xfrm>
            <a:off x="-4309466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352" name="Eletrônicos"/>
          <p:cNvSpPr txBox="1"/>
          <p:nvPr/>
        </p:nvSpPr>
        <p:spPr>
          <a:xfrm>
            <a:off x="-4071722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353" name="Musicais"/>
          <p:cNvSpPr txBox="1"/>
          <p:nvPr/>
        </p:nvSpPr>
        <p:spPr>
          <a:xfrm>
            <a:off x="-3755949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354" name="Esportivos"/>
          <p:cNvSpPr txBox="1"/>
          <p:nvPr/>
        </p:nvSpPr>
        <p:spPr>
          <a:xfrm>
            <a:off x="-3992779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"/>
          <p:cNvSpPr/>
          <p:nvPr/>
        </p:nvSpPr>
        <p:spPr>
          <a:xfrm>
            <a:off x="0" y="0"/>
            <a:ext cx="5319675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7" name="Rectangle"/>
          <p:cNvSpPr/>
          <p:nvPr/>
        </p:nvSpPr>
        <p:spPr>
          <a:xfrm>
            <a:off x="-1" y="2281409"/>
            <a:ext cx="5319676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8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9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0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1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2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3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364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929292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65" name="Termo de Pesquisa"/>
          <p:cNvSpPr txBox="1"/>
          <p:nvPr/>
        </p:nvSpPr>
        <p:spPr>
          <a:xfrm>
            <a:off x="12264051" y="738784"/>
            <a:ext cx="531967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Termo de Pesquisa</a:t>
            </a:r>
          </a:p>
        </p:txBody>
      </p:sp>
      <p:sp>
        <p:nvSpPr>
          <p:cNvPr id="366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367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368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369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370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3" name="Rectangle"/>
          <p:cNvSpPr/>
          <p:nvPr/>
        </p:nvSpPr>
        <p:spPr>
          <a:xfrm>
            <a:off x="-1" y="2281409"/>
            <a:ext cx="5319676" cy="2296993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4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5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6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7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8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79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380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81" name="Termo de Pesquisa"/>
          <p:cNvSpPr txBox="1"/>
          <p:nvPr/>
        </p:nvSpPr>
        <p:spPr>
          <a:xfrm>
            <a:off x="12264051" y="738784"/>
            <a:ext cx="531967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Termo de Pesquisa</a:t>
            </a:r>
          </a:p>
        </p:txBody>
      </p:sp>
      <p:sp>
        <p:nvSpPr>
          <p:cNvPr id="382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383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384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385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386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387" name="Páginas Personalizadas por categoria :D"/>
          <p:cNvSpPr txBox="1"/>
          <p:nvPr/>
        </p:nvSpPr>
        <p:spPr>
          <a:xfrm>
            <a:off x="9346810" y="14595485"/>
            <a:ext cx="11154157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Personalizadas por categoria :D</a:t>
            </a:r>
          </a:p>
        </p:txBody>
      </p:sp>
      <p:sp>
        <p:nvSpPr>
          <p:cNvPr id="388" name="Computador"/>
          <p:cNvSpPr txBox="1"/>
          <p:nvPr/>
        </p:nvSpPr>
        <p:spPr>
          <a:xfrm>
            <a:off x="13144619" y="-1140816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1" name="Rectangle"/>
          <p:cNvSpPr/>
          <p:nvPr/>
        </p:nvSpPr>
        <p:spPr>
          <a:xfrm>
            <a:off x="-1" y="2281409"/>
            <a:ext cx="5319676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2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3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4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5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6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7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398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99" name="Computador"/>
          <p:cNvSpPr txBox="1"/>
          <p:nvPr/>
        </p:nvSpPr>
        <p:spPr>
          <a:xfrm>
            <a:off x="13144619" y="738784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400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401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402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403" name="Rounded Rectangle"/>
          <p:cNvSpPr/>
          <p:nvPr/>
        </p:nvSpPr>
        <p:spPr>
          <a:xfrm>
            <a:off x="26724353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chemeClr val="accent1">
              <a:hueOff val="114395"/>
              <a:lumOff val="-24975"/>
              <a:alpha val="39678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4" name="Intel"/>
          <p:cNvSpPr txBox="1"/>
          <p:nvPr/>
        </p:nvSpPr>
        <p:spPr>
          <a:xfrm>
            <a:off x="27096764" y="5178953"/>
            <a:ext cx="69006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Intel</a:t>
            </a:r>
          </a:p>
        </p:txBody>
      </p:sp>
      <p:sp>
        <p:nvSpPr>
          <p:cNvPr id="405" name="AMD"/>
          <p:cNvSpPr txBox="1"/>
          <p:nvPr/>
        </p:nvSpPr>
        <p:spPr>
          <a:xfrm>
            <a:off x="29825639" y="5178953"/>
            <a:ext cx="791872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AMD</a:t>
            </a:r>
          </a:p>
        </p:txBody>
      </p:sp>
      <p:sp>
        <p:nvSpPr>
          <p:cNvPr id="406" name="QCS"/>
          <p:cNvSpPr txBox="1"/>
          <p:nvPr/>
        </p:nvSpPr>
        <p:spPr>
          <a:xfrm>
            <a:off x="28424472" y="5178953"/>
            <a:ext cx="76352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QCS</a:t>
            </a:r>
          </a:p>
        </p:txBody>
      </p:sp>
      <p:sp>
        <p:nvSpPr>
          <p:cNvPr id="407" name="I3"/>
          <p:cNvSpPr txBox="1"/>
          <p:nvPr/>
        </p:nvSpPr>
        <p:spPr>
          <a:xfrm>
            <a:off x="27260441" y="5794430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I3</a:t>
            </a:r>
          </a:p>
        </p:txBody>
      </p:sp>
      <p:sp>
        <p:nvSpPr>
          <p:cNvPr id="408" name="I5"/>
          <p:cNvSpPr txBox="1"/>
          <p:nvPr/>
        </p:nvSpPr>
        <p:spPr>
          <a:xfrm>
            <a:off x="27260441" y="6401868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I5</a:t>
            </a:r>
          </a:p>
        </p:txBody>
      </p:sp>
      <p:sp>
        <p:nvSpPr>
          <p:cNvPr id="409" name="I7"/>
          <p:cNvSpPr txBox="1"/>
          <p:nvPr/>
        </p:nvSpPr>
        <p:spPr>
          <a:xfrm>
            <a:off x="27260441" y="7078385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I7</a:t>
            </a:r>
          </a:p>
        </p:txBody>
      </p:sp>
      <p:sp>
        <p:nvSpPr>
          <p:cNvPr id="410" name="R5"/>
          <p:cNvSpPr txBox="1"/>
          <p:nvPr/>
        </p:nvSpPr>
        <p:spPr>
          <a:xfrm>
            <a:off x="29975295" y="5824950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411" name="R7"/>
          <p:cNvSpPr txBox="1"/>
          <p:nvPr/>
        </p:nvSpPr>
        <p:spPr>
          <a:xfrm>
            <a:off x="29975295" y="6451668"/>
            <a:ext cx="492558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412" name="R9"/>
          <p:cNvSpPr txBox="1"/>
          <p:nvPr/>
        </p:nvSpPr>
        <p:spPr>
          <a:xfrm>
            <a:off x="29975295" y="7078385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413" name="SNPD5"/>
          <p:cNvSpPr txBox="1"/>
          <p:nvPr/>
        </p:nvSpPr>
        <p:spPr>
          <a:xfrm>
            <a:off x="28249519" y="5824950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SNPD5</a:t>
            </a:r>
          </a:p>
        </p:txBody>
      </p:sp>
      <p:sp>
        <p:nvSpPr>
          <p:cNvPr id="414" name="SNPD7"/>
          <p:cNvSpPr txBox="1"/>
          <p:nvPr/>
        </p:nvSpPr>
        <p:spPr>
          <a:xfrm>
            <a:off x="28249519" y="6463329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SNPD7</a:t>
            </a:r>
          </a:p>
        </p:txBody>
      </p:sp>
      <p:sp>
        <p:nvSpPr>
          <p:cNvPr id="415" name="SNPD8"/>
          <p:cNvSpPr txBox="1"/>
          <p:nvPr/>
        </p:nvSpPr>
        <p:spPr>
          <a:xfrm>
            <a:off x="28249519" y="7078385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SNPD8</a:t>
            </a:r>
          </a:p>
        </p:txBody>
      </p:sp>
      <p:sp>
        <p:nvSpPr>
          <p:cNvPr id="416" name="Rectangle"/>
          <p:cNvSpPr/>
          <p:nvPr/>
        </p:nvSpPr>
        <p:spPr>
          <a:xfrm>
            <a:off x="26724353" y="290781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7" name="Filtros"/>
          <p:cNvSpPr txBox="1"/>
          <p:nvPr/>
        </p:nvSpPr>
        <p:spPr>
          <a:xfrm>
            <a:off x="27947739" y="31325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418" name="Rectangle"/>
          <p:cNvSpPr/>
          <p:nvPr/>
        </p:nvSpPr>
        <p:spPr>
          <a:xfrm>
            <a:off x="26724353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9" name="Processador"/>
          <p:cNvSpPr txBox="1"/>
          <p:nvPr/>
        </p:nvSpPr>
        <p:spPr>
          <a:xfrm>
            <a:off x="27939231" y="4197510"/>
            <a:ext cx="183581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Processador</a:t>
            </a:r>
          </a:p>
        </p:txBody>
      </p:sp>
      <p:sp>
        <p:nvSpPr>
          <p:cNvPr id="420" name="Rectangle"/>
          <p:cNvSpPr/>
          <p:nvPr/>
        </p:nvSpPr>
        <p:spPr>
          <a:xfrm>
            <a:off x="26724353" y="787241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1" name="Placa-Mãe"/>
          <p:cNvSpPr txBox="1"/>
          <p:nvPr/>
        </p:nvSpPr>
        <p:spPr>
          <a:xfrm>
            <a:off x="28066181" y="8045946"/>
            <a:ext cx="15819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Placa-Mãe</a:t>
            </a:r>
          </a:p>
        </p:txBody>
      </p:sp>
      <p:sp>
        <p:nvSpPr>
          <p:cNvPr id="422" name="Gigabyte"/>
          <p:cNvSpPr txBox="1"/>
          <p:nvPr/>
        </p:nvSpPr>
        <p:spPr>
          <a:xfrm>
            <a:off x="27325364" y="8977818"/>
            <a:ext cx="134477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Gigabyte</a:t>
            </a:r>
          </a:p>
        </p:txBody>
      </p:sp>
      <p:sp>
        <p:nvSpPr>
          <p:cNvPr id="423" name="ASUS"/>
          <p:cNvSpPr txBox="1"/>
          <p:nvPr/>
        </p:nvSpPr>
        <p:spPr>
          <a:xfrm>
            <a:off x="29433564" y="8977818"/>
            <a:ext cx="926898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ASUS</a:t>
            </a:r>
          </a:p>
        </p:txBody>
      </p:sp>
      <p:sp>
        <p:nvSpPr>
          <p:cNvPr id="424" name="X807E"/>
          <p:cNvSpPr txBox="1"/>
          <p:nvPr/>
        </p:nvSpPr>
        <p:spPr>
          <a:xfrm>
            <a:off x="27500169" y="9628561"/>
            <a:ext cx="99517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X807E</a:t>
            </a:r>
          </a:p>
        </p:txBody>
      </p:sp>
      <p:sp>
        <p:nvSpPr>
          <p:cNvPr id="425" name="X850G"/>
          <p:cNvSpPr txBox="1"/>
          <p:nvPr/>
        </p:nvSpPr>
        <p:spPr>
          <a:xfrm>
            <a:off x="29376873" y="10674995"/>
            <a:ext cx="104028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X850G</a:t>
            </a:r>
          </a:p>
        </p:txBody>
      </p:sp>
      <p:sp>
        <p:nvSpPr>
          <p:cNvPr id="426" name="B650"/>
          <p:cNvSpPr txBox="1"/>
          <p:nvPr/>
        </p:nvSpPr>
        <p:spPr>
          <a:xfrm>
            <a:off x="27582006" y="10151778"/>
            <a:ext cx="83149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B650</a:t>
            </a:r>
          </a:p>
        </p:txBody>
      </p:sp>
      <p:sp>
        <p:nvSpPr>
          <p:cNvPr id="427" name="X670"/>
          <p:cNvSpPr txBox="1"/>
          <p:nvPr/>
        </p:nvSpPr>
        <p:spPr>
          <a:xfrm>
            <a:off x="27593283" y="10674995"/>
            <a:ext cx="8089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X670</a:t>
            </a:r>
          </a:p>
        </p:txBody>
      </p:sp>
      <p:sp>
        <p:nvSpPr>
          <p:cNvPr id="428" name="A620"/>
          <p:cNvSpPr txBox="1"/>
          <p:nvPr/>
        </p:nvSpPr>
        <p:spPr>
          <a:xfrm>
            <a:off x="29486904" y="9628561"/>
            <a:ext cx="8202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A620</a:t>
            </a:r>
          </a:p>
        </p:txBody>
      </p:sp>
      <p:sp>
        <p:nvSpPr>
          <p:cNvPr id="429" name="A650M"/>
          <p:cNvSpPr txBox="1"/>
          <p:nvPr/>
        </p:nvSpPr>
        <p:spPr>
          <a:xfrm>
            <a:off x="29354164" y="10151778"/>
            <a:ext cx="108569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A650M</a:t>
            </a:r>
          </a:p>
        </p:txBody>
      </p:sp>
      <p:sp>
        <p:nvSpPr>
          <p:cNvPr id="430" name="Rectangle"/>
          <p:cNvSpPr/>
          <p:nvPr/>
        </p:nvSpPr>
        <p:spPr>
          <a:xfrm>
            <a:off x="26724353" y="11325738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1" name="Fonte"/>
          <p:cNvSpPr txBox="1"/>
          <p:nvPr/>
        </p:nvSpPr>
        <p:spPr>
          <a:xfrm>
            <a:off x="28410451" y="11499270"/>
            <a:ext cx="8933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432" name="Corsair"/>
          <p:cNvSpPr txBox="1"/>
          <p:nvPr/>
        </p:nvSpPr>
        <p:spPr>
          <a:xfrm>
            <a:off x="27449722" y="12375443"/>
            <a:ext cx="10960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Corsair</a:t>
            </a:r>
          </a:p>
        </p:txBody>
      </p:sp>
      <p:sp>
        <p:nvSpPr>
          <p:cNvPr id="433" name="EVGA"/>
          <p:cNvSpPr txBox="1"/>
          <p:nvPr/>
        </p:nvSpPr>
        <p:spPr>
          <a:xfrm>
            <a:off x="29439201" y="12375443"/>
            <a:ext cx="915620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EVGA</a:t>
            </a:r>
          </a:p>
        </p:txBody>
      </p:sp>
      <p:sp>
        <p:nvSpPr>
          <p:cNvPr id="434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435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436" name="Termo de Pesquisa"/>
          <p:cNvSpPr txBox="1"/>
          <p:nvPr/>
        </p:nvSpPr>
        <p:spPr>
          <a:xfrm>
            <a:off x="12264051" y="-1166216"/>
            <a:ext cx="531967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pPr/>
            <a:r>
              <a:t>Termo de Pesquisa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39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0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1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2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3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4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5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446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47" name="Computador"/>
          <p:cNvSpPr txBox="1"/>
          <p:nvPr/>
        </p:nvSpPr>
        <p:spPr>
          <a:xfrm>
            <a:off x="13144619" y="738784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448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449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450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451" name="Rounded Rectangle"/>
          <p:cNvSpPr/>
          <p:nvPr/>
        </p:nvSpPr>
        <p:spPr>
          <a:xfrm>
            <a:off x="26724353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chemeClr val="accent1">
              <a:hueOff val="114395"/>
              <a:lumOff val="-24975"/>
              <a:alpha val="39678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52" name="Intel"/>
          <p:cNvSpPr txBox="1"/>
          <p:nvPr/>
        </p:nvSpPr>
        <p:spPr>
          <a:xfrm>
            <a:off x="27096764" y="5178953"/>
            <a:ext cx="69006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Intel</a:t>
            </a:r>
          </a:p>
        </p:txBody>
      </p:sp>
      <p:sp>
        <p:nvSpPr>
          <p:cNvPr id="453" name="AMD"/>
          <p:cNvSpPr txBox="1"/>
          <p:nvPr/>
        </p:nvSpPr>
        <p:spPr>
          <a:xfrm>
            <a:off x="29825639" y="5178953"/>
            <a:ext cx="791872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AMD</a:t>
            </a:r>
          </a:p>
        </p:txBody>
      </p:sp>
      <p:sp>
        <p:nvSpPr>
          <p:cNvPr id="454" name="QCS"/>
          <p:cNvSpPr txBox="1"/>
          <p:nvPr/>
        </p:nvSpPr>
        <p:spPr>
          <a:xfrm>
            <a:off x="28424472" y="5178953"/>
            <a:ext cx="76352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QCS</a:t>
            </a:r>
          </a:p>
        </p:txBody>
      </p:sp>
      <p:sp>
        <p:nvSpPr>
          <p:cNvPr id="455" name="I3"/>
          <p:cNvSpPr txBox="1"/>
          <p:nvPr/>
        </p:nvSpPr>
        <p:spPr>
          <a:xfrm>
            <a:off x="27260441" y="5794430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I3</a:t>
            </a:r>
          </a:p>
        </p:txBody>
      </p:sp>
      <p:sp>
        <p:nvSpPr>
          <p:cNvPr id="456" name="I5"/>
          <p:cNvSpPr txBox="1"/>
          <p:nvPr/>
        </p:nvSpPr>
        <p:spPr>
          <a:xfrm>
            <a:off x="27260441" y="6401868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I5</a:t>
            </a:r>
          </a:p>
        </p:txBody>
      </p:sp>
      <p:sp>
        <p:nvSpPr>
          <p:cNvPr id="457" name="I7"/>
          <p:cNvSpPr txBox="1"/>
          <p:nvPr/>
        </p:nvSpPr>
        <p:spPr>
          <a:xfrm>
            <a:off x="27260441" y="7078385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I7</a:t>
            </a:r>
          </a:p>
        </p:txBody>
      </p:sp>
      <p:sp>
        <p:nvSpPr>
          <p:cNvPr id="458" name="R5"/>
          <p:cNvSpPr txBox="1"/>
          <p:nvPr/>
        </p:nvSpPr>
        <p:spPr>
          <a:xfrm>
            <a:off x="29975295" y="5824950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459" name="R7"/>
          <p:cNvSpPr txBox="1"/>
          <p:nvPr/>
        </p:nvSpPr>
        <p:spPr>
          <a:xfrm>
            <a:off x="29975295" y="6451668"/>
            <a:ext cx="492558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460" name="R9"/>
          <p:cNvSpPr txBox="1"/>
          <p:nvPr/>
        </p:nvSpPr>
        <p:spPr>
          <a:xfrm>
            <a:off x="29975295" y="7078385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461" name="SNPD5"/>
          <p:cNvSpPr txBox="1"/>
          <p:nvPr/>
        </p:nvSpPr>
        <p:spPr>
          <a:xfrm>
            <a:off x="28249519" y="5824950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SNPD5</a:t>
            </a:r>
          </a:p>
        </p:txBody>
      </p:sp>
      <p:sp>
        <p:nvSpPr>
          <p:cNvPr id="462" name="SNPD7"/>
          <p:cNvSpPr txBox="1"/>
          <p:nvPr/>
        </p:nvSpPr>
        <p:spPr>
          <a:xfrm>
            <a:off x="28249519" y="6463329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SNPD7</a:t>
            </a:r>
          </a:p>
        </p:txBody>
      </p:sp>
      <p:sp>
        <p:nvSpPr>
          <p:cNvPr id="463" name="SNPD8"/>
          <p:cNvSpPr txBox="1"/>
          <p:nvPr/>
        </p:nvSpPr>
        <p:spPr>
          <a:xfrm>
            <a:off x="28249519" y="7078385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SNPD8</a:t>
            </a:r>
          </a:p>
        </p:txBody>
      </p:sp>
      <p:sp>
        <p:nvSpPr>
          <p:cNvPr id="464" name="Rectangle"/>
          <p:cNvSpPr/>
          <p:nvPr/>
        </p:nvSpPr>
        <p:spPr>
          <a:xfrm>
            <a:off x="26724353" y="290781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5" name="Filtros"/>
          <p:cNvSpPr txBox="1"/>
          <p:nvPr/>
        </p:nvSpPr>
        <p:spPr>
          <a:xfrm>
            <a:off x="27947739" y="31325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466" name="Rectangle"/>
          <p:cNvSpPr/>
          <p:nvPr/>
        </p:nvSpPr>
        <p:spPr>
          <a:xfrm>
            <a:off x="26724353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7" name="Processador"/>
          <p:cNvSpPr txBox="1"/>
          <p:nvPr/>
        </p:nvSpPr>
        <p:spPr>
          <a:xfrm>
            <a:off x="27939231" y="4197510"/>
            <a:ext cx="183581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Processador</a:t>
            </a:r>
          </a:p>
        </p:txBody>
      </p:sp>
      <p:sp>
        <p:nvSpPr>
          <p:cNvPr id="468" name="Rectangle"/>
          <p:cNvSpPr/>
          <p:nvPr/>
        </p:nvSpPr>
        <p:spPr>
          <a:xfrm>
            <a:off x="26724353" y="787241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69" name="Placa-Mãe"/>
          <p:cNvSpPr txBox="1"/>
          <p:nvPr/>
        </p:nvSpPr>
        <p:spPr>
          <a:xfrm>
            <a:off x="28066181" y="8045946"/>
            <a:ext cx="15819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Placa-Mãe</a:t>
            </a:r>
          </a:p>
        </p:txBody>
      </p:sp>
      <p:sp>
        <p:nvSpPr>
          <p:cNvPr id="470" name="Gigabyte"/>
          <p:cNvSpPr txBox="1"/>
          <p:nvPr/>
        </p:nvSpPr>
        <p:spPr>
          <a:xfrm>
            <a:off x="27325364" y="8977818"/>
            <a:ext cx="134477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Gigabyte</a:t>
            </a:r>
          </a:p>
        </p:txBody>
      </p:sp>
      <p:sp>
        <p:nvSpPr>
          <p:cNvPr id="471" name="ASUS"/>
          <p:cNvSpPr txBox="1"/>
          <p:nvPr/>
        </p:nvSpPr>
        <p:spPr>
          <a:xfrm>
            <a:off x="29433564" y="8977818"/>
            <a:ext cx="926898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ASUS</a:t>
            </a:r>
          </a:p>
        </p:txBody>
      </p:sp>
      <p:sp>
        <p:nvSpPr>
          <p:cNvPr id="472" name="X807E"/>
          <p:cNvSpPr txBox="1"/>
          <p:nvPr/>
        </p:nvSpPr>
        <p:spPr>
          <a:xfrm>
            <a:off x="27500169" y="9628561"/>
            <a:ext cx="99517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X807E</a:t>
            </a:r>
          </a:p>
        </p:txBody>
      </p:sp>
      <p:sp>
        <p:nvSpPr>
          <p:cNvPr id="473" name="X850G"/>
          <p:cNvSpPr txBox="1"/>
          <p:nvPr/>
        </p:nvSpPr>
        <p:spPr>
          <a:xfrm>
            <a:off x="29376873" y="10674995"/>
            <a:ext cx="104028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X850G</a:t>
            </a:r>
          </a:p>
        </p:txBody>
      </p:sp>
      <p:sp>
        <p:nvSpPr>
          <p:cNvPr id="474" name="B650"/>
          <p:cNvSpPr txBox="1"/>
          <p:nvPr/>
        </p:nvSpPr>
        <p:spPr>
          <a:xfrm>
            <a:off x="27582006" y="10151778"/>
            <a:ext cx="83149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B650</a:t>
            </a:r>
          </a:p>
        </p:txBody>
      </p:sp>
      <p:sp>
        <p:nvSpPr>
          <p:cNvPr id="475" name="X670"/>
          <p:cNvSpPr txBox="1"/>
          <p:nvPr/>
        </p:nvSpPr>
        <p:spPr>
          <a:xfrm>
            <a:off x="27593283" y="10674995"/>
            <a:ext cx="8089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X670</a:t>
            </a:r>
          </a:p>
        </p:txBody>
      </p:sp>
      <p:sp>
        <p:nvSpPr>
          <p:cNvPr id="476" name="A620"/>
          <p:cNvSpPr txBox="1"/>
          <p:nvPr/>
        </p:nvSpPr>
        <p:spPr>
          <a:xfrm>
            <a:off x="29486904" y="9628561"/>
            <a:ext cx="8202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A620</a:t>
            </a:r>
          </a:p>
        </p:txBody>
      </p:sp>
      <p:sp>
        <p:nvSpPr>
          <p:cNvPr id="477" name="A650M"/>
          <p:cNvSpPr txBox="1"/>
          <p:nvPr/>
        </p:nvSpPr>
        <p:spPr>
          <a:xfrm>
            <a:off x="29354164" y="10151778"/>
            <a:ext cx="108569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A650M</a:t>
            </a:r>
          </a:p>
        </p:txBody>
      </p:sp>
      <p:sp>
        <p:nvSpPr>
          <p:cNvPr id="478" name="Rectangle"/>
          <p:cNvSpPr/>
          <p:nvPr/>
        </p:nvSpPr>
        <p:spPr>
          <a:xfrm>
            <a:off x="26724353" y="11325738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9" name="Fonte"/>
          <p:cNvSpPr txBox="1"/>
          <p:nvPr/>
        </p:nvSpPr>
        <p:spPr>
          <a:xfrm>
            <a:off x="28410451" y="11499270"/>
            <a:ext cx="8933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480" name="Corsair"/>
          <p:cNvSpPr txBox="1"/>
          <p:nvPr/>
        </p:nvSpPr>
        <p:spPr>
          <a:xfrm>
            <a:off x="27449722" y="12375443"/>
            <a:ext cx="10960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Corsair</a:t>
            </a:r>
          </a:p>
        </p:txBody>
      </p:sp>
      <p:sp>
        <p:nvSpPr>
          <p:cNvPr id="481" name="EVGA"/>
          <p:cNvSpPr txBox="1"/>
          <p:nvPr/>
        </p:nvSpPr>
        <p:spPr>
          <a:xfrm>
            <a:off x="29439201" y="12375443"/>
            <a:ext cx="915620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EVGA</a:t>
            </a:r>
          </a:p>
        </p:txBody>
      </p:sp>
      <p:sp>
        <p:nvSpPr>
          <p:cNvPr id="482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483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484" name="⭐ Páginas personalizadas por categoria ⭐"/>
          <p:cNvSpPr txBox="1"/>
          <p:nvPr/>
        </p:nvSpPr>
        <p:spPr>
          <a:xfrm>
            <a:off x="8883819" y="14701251"/>
            <a:ext cx="1208014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 ⭐ Páginas personalizadas por categoria 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87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88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89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0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1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2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3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494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5" name="Computador"/>
          <p:cNvSpPr txBox="1"/>
          <p:nvPr/>
        </p:nvSpPr>
        <p:spPr>
          <a:xfrm>
            <a:off x="13144619" y="738784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496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497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498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499" name="Rounded Rectangle"/>
          <p:cNvSpPr/>
          <p:nvPr/>
        </p:nvSpPr>
        <p:spPr>
          <a:xfrm>
            <a:off x="26724353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chemeClr val="accent1">
              <a:hueOff val="114395"/>
              <a:lumOff val="-24975"/>
              <a:alpha val="39678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0" name="Intel"/>
          <p:cNvSpPr txBox="1"/>
          <p:nvPr/>
        </p:nvSpPr>
        <p:spPr>
          <a:xfrm>
            <a:off x="27096764" y="5178953"/>
            <a:ext cx="69006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Intel</a:t>
            </a:r>
          </a:p>
        </p:txBody>
      </p:sp>
      <p:sp>
        <p:nvSpPr>
          <p:cNvPr id="501" name="AMD"/>
          <p:cNvSpPr txBox="1"/>
          <p:nvPr/>
        </p:nvSpPr>
        <p:spPr>
          <a:xfrm>
            <a:off x="29825639" y="5178953"/>
            <a:ext cx="791872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AMD</a:t>
            </a:r>
          </a:p>
        </p:txBody>
      </p:sp>
      <p:sp>
        <p:nvSpPr>
          <p:cNvPr id="502" name="QCS"/>
          <p:cNvSpPr txBox="1"/>
          <p:nvPr/>
        </p:nvSpPr>
        <p:spPr>
          <a:xfrm>
            <a:off x="28424472" y="5178953"/>
            <a:ext cx="76352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QCS</a:t>
            </a:r>
          </a:p>
        </p:txBody>
      </p:sp>
      <p:sp>
        <p:nvSpPr>
          <p:cNvPr id="503" name="I3"/>
          <p:cNvSpPr txBox="1"/>
          <p:nvPr/>
        </p:nvSpPr>
        <p:spPr>
          <a:xfrm>
            <a:off x="27260441" y="5794430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I3</a:t>
            </a:r>
          </a:p>
        </p:txBody>
      </p:sp>
      <p:sp>
        <p:nvSpPr>
          <p:cNvPr id="504" name="I5"/>
          <p:cNvSpPr txBox="1"/>
          <p:nvPr/>
        </p:nvSpPr>
        <p:spPr>
          <a:xfrm>
            <a:off x="27260441" y="6401868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I5</a:t>
            </a:r>
          </a:p>
        </p:txBody>
      </p:sp>
      <p:sp>
        <p:nvSpPr>
          <p:cNvPr id="505" name="I7"/>
          <p:cNvSpPr txBox="1"/>
          <p:nvPr/>
        </p:nvSpPr>
        <p:spPr>
          <a:xfrm>
            <a:off x="27260441" y="7078385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I7</a:t>
            </a:r>
          </a:p>
        </p:txBody>
      </p:sp>
      <p:sp>
        <p:nvSpPr>
          <p:cNvPr id="506" name="R5"/>
          <p:cNvSpPr txBox="1"/>
          <p:nvPr/>
        </p:nvSpPr>
        <p:spPr>
          <a:xfrm>
            <a:off x="29975295" y="5824950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507" name="R7"/>
          <p:cNvSpPr txBox="1"/>
          <p:nvPr/>
        </p:nvSpPr>
        <p:spPr>
          <a:xfrm>
            <a:off x="29975295" y="6451668"/>
            <a:ext cx="492558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508" name="R9"/>
          <p:cNvSpPr txBox="1"/>
          <p:nvPr/>
        </p:nvSpPr>
        <p:spPr>
          <a:xfrm>
            <a:off x="29975295" y="7078385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509" name="SNPD5"/>
          <p:cNvSpPr txBox="1"/>
          <p:nvPr/>
        </p:nvSpPr>
        <p:spPr>
          <a:xfrm>
            <a:off x="28249519" y="5824950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SNPD5</a:t>
            </a:r>
          </a:p>
        </p:txBody>
      </p:sp>
      <p:sp>
        <p:nvSpPr>
          <p:cNvPr id="510" name="SNPD7"/>
          <p:cNvSpPr txBox="1"/>
          <p:nvPr/>
        </p:nvSpPr>
        <p:spPr>
          <a:xfrm>
            <a:off x="28249519" y="6463329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SNPD7</a:t>
            </a:r>
          </a:p>
        </p:txBody>
      </p:sp>
      <p:sp>
        <p:nvSpPr>
          <p:cNvPr id="511" name="SNPD8"/>
          <p:cNvSpPr txBox="1"/>
          <p:nvPr/>
        </p:nvSpPr>
        <p:spPr>
          <a:xfrm>
            <a:off x="28249519" y="7078385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SNPD8</a:t>
            </a:r>
          </a:p>
        </p:txBody>
      </p:sp>
      <p:sp>
        <p:nvSpPr>
          <p:cNvPr id="512" name="Rectangle"/>
          <p:cNvSpPr/>
          <p:nvPr/>
        </p:nvSpPr>
        <p:spPr>
          <a:xfrm>
            <a:off x="26724353" y="290781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3" name="Filtros"/>
          <p:cNvSpPr txBox="1"/>
          <p:nvPr/>
        </p:nvSpPr>
        <p:spPr>
          <a:xfrm>
            <a:off x="27947739" y="31325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514" name="Rectangle"/>
          <p:cNvSpPr/>
          <p:nvPr/>
        </p:nvSpPr>
        <p:spPr>
          <a:xfrm>
            <a:off x="26724353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5" name="Processador"/>
          <p:cNvSpPr txBox="1"/>
          <p:nvPr/>
        </p:nvSpPr>
        <p:spPr>
          <a:xfrm>
            <a:off x="27939231" y="4197510"/>
            <a:ext cx="183581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Processador</a:t>
            </a:r>
          </a:p>
        </p:txBody>
      </p:sp>
      <p:sp>
        <p:nvSpPr>
          <p:cNvPr id="516" name="Rectangle"/>
          <p:cNvSpPr/>
          <p:nvPr/>
        </p:nvSpPr>
        <p:spPr>
          <a:xfrm>
            <a:off x="26724353" y="787241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7" name="Placa-Mãe"/>
          <p:cNvSpPr txBox="1"/>
          <p:nvPr/>
        </p:nvSpPr>
        <p:spPr>
          <a:xfrm>
            <a:off x="28066181" y="8045946"/>
            <a:ext cx="15819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Placa-Mãe</a:t>
            </a:r>
          </a:p>
        </p:txBody>
      </p:sp>
      <p:sp>
        <p:nvSpPr>
          <p:cNvPr id="518" name="Gigabyte"/>
          <p:cNvSpPr txBox="1"/>
          <p:nvPr/>
        </p:nvSpPr>
        <p:spPr>
          <a:xfrm>
            <a:off x="27325364" y="8977818"/>
            <a:ext cx="134477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Gigabyte</a:t>
            </a:r>
          </a:p>
        </p:txBody>
      </p:sp>
      <p:sp>
        <p:nvSpPr>
          <p:cNvPr id="519" name="ASUS"/>
          <p:cNvSpPr txBox="1"/>
          <p:nvPr/>
        </p:nvSpPr>
        <p:spPr>
          <a:xfrm>
            <a:off x="29433564" y="8977818"/>
            <a:ext cx="926898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ASUS</a:t>
            </a:r>
          </a:p>
        </p:txBody>
      </p:sp>
      <p:sp>
        <p:nvSpPr>
          <p:cNvPr id="520" name="X807E"/>
          <p:cNvSpPr txBox="1"/>
          <p:nvPr/>
        </p:nvSpPr>
        <p:spPr>
          <a:xfrm>
            <a:off x="27500169" y="9628561"/>
            <a:ext cx="99517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X807E</a:t>
            </a:r>
          </a:p>
        </p:txBody>
      </p:sp>
      <p:sp>
        <p:nvSpPr>
          <p:cNvPr id="521" name="X850G"/>
          <p:cNvSpPr txBox="1"/>
          <p:nvPr/>
        </p:nvSpPr>
        <p:spPr>
          <a:xfrm>
            <a:off x="29376873" y="10674995"/>
            <a:ext cx="104028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X850G</a:t>
            </a:r>
          </a:p>
        </p:txBody>
      </p:sp>
      <p:sp>
        <p:nvSpPr>
          <p:cNvPr id="522" name="B650"/>
          <p:cNvSpPr txBox="1"/>
          <p:nvPr/>
        </p:nvSpPr>
        <p:spPr>
          <a:xfrm>
            <a:off x="27582006" y="10151778"/>
            <a:ext cx="83149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B650</a:t>
            </a:r>
          </a:p>
        </p:txBody>
      </p:sp>
      <p:sp>
        <p:nvSpPr>
          <p:cNvPr id="523" name="X670"/>
          <p:cNvSpPr txBox="1"/>
          <p:nvPr/>
        </p:nvSpPr>
        <p:spPr>
          <a:xfrm>
            <a:off x="27593283" y="10674995"/>
            <a:ext cx="8089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X670</a:t>
            </a:r>
          </a:p>
        </p:txBody>
      </p:sp>
      <p:sp>
        <p:nvSpPr>
          <p:cNvPr id="524" name="A620"/>
          <p:cNvSpPr txBox="1"/>
          <p:nvPr/>
        </p:nvSpPr>
        <p:spPr>
          <a:xfrm>
            <a:off x="29486904" y="9628561"/>
            <a:ext cx="8202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A620</a:t>
            </a:r>
          </a:p>
        </p:txBody>
      </p:sp>
      <p:sp>
        <p:nvSpPr>
          <p:cNvPr id="525" name="A650M"/>
          <p:cNvSpPr txBox="1"/>
          <p:nvPr/>
        </p:nvSpPr>
        <p:spPr>
          <a:xfrm>
            <a:off x="29354164" y="10151778"/>
            <a:ext cx="108569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A650M</a:t>
            </a:r>
          </a:p>
        </p:txBody>
      </p:sp>
      <p:sp>
        <p:nvSpPr>
          <p:cNvPr id="526" name="Rectangle"/>
          <p:cNvSpPr/>
          <p:nvPr/>
        </p:nvSpPr>
        <p:spPr>
          <a:xfrm>
            <a:off x="26724353" y="11325738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7" name="Fonte"/>
          <p:cNvSpPr txBox="1"/>
          <p:nvPr/>
        </p:nvSpPr>
        <p:spPr>
          <a:xfrm>
            <a:off x="28410451" y="11499270"/>
            <a:ext cx="8933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528" name="Corsair"/>
          <p:cNvSpPr txBox="1"/>
          <p:nvPr/>
        </p:nvSpPr>
        <p:spPr>
          <a:xfrm>
            <a:off x="27449722" y="12375443"/>
            <a:ext cx="10960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Corsair</a:t>
            </a:r>
          </a:p>
        </p:txBody>
      </p:sp>
      <p:sp>
        <p:nvSpPr>
          <p:cNvPr id="529" name="EVGA"/>
          <p:cNvSpPr txBox="1"/>
          <p:nvPr/>
        </p:nvSpPr>
        <p:spPr>
          <a:xfrm>
            <a:off x="29439201" y="12375443"/>
            <a:ext cx="915620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EVGA</a:t>
            </a:r>
          </a:p>
        </p:txBody>
      </p:sp>
      <p:sp>
        <p:nvSpPr>
          <p:cNvPr id="530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531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532" name="⭐ Páginas personalizadas por categoria ⭐"/>
          <p:cNvSpPr txBox="1"/>
          <p:nvPr/>
        </p:nvSpPr>
        <p:spPr>
          <a:xfrm>
            <a:off x="8883819" y="8757651"/>
            <a:ext cx="1208014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 ⭐ Páginas personalizadas por categoria ⭐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35" name="Rectangle"/>
          <p:cNvSpPr/>
          <p:nvPr/>
        </p:nvSpPr>
        <p:spPr>
          <a:xfrm>
            <a:off x="-1" y="2281409"/>
            <a:ext cx="24384001" cy="11437244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36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37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38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39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0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1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542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3" name="Computador"/>
          <p:cNvSpPr txBox="1"/>
          <p:nvPr/>
        </p:nvSpPr>
        <p:spPr>
          <a:xfrm>
            <a:off x="13144619" y="738784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544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545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546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547" name="Rounded Rectangle"/>
          <p:cNvSpPr/>
          <p:nvPr/>
        </p:nvSpPr>
        <p:spPr>
          <a:xfrm>
            <a:off x="26724353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chemeClr val="accent1">
              <a:hueOff val="114395"/>
              <a:lumOff val="-24975"/>
              <a:alpha val="39678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8" name="Intel"/>
          <p:cNvSpPr txBox="1"/>
          <p:nvPr/>
        </p:nvSpPr>
        <p:spPr>
          <a:xfrm>
            <a:off x="27096764" y="5178953"/>
            <a:ext cx="69006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Intel</a:t>
            </a:r>
          </a:p>
        </p:txBody>
      </p:sp>
      <p:sp>
        <p:nvSpPr>
          <p:cNvPr id="549" name="AMD"/>
          <p:cNvSpPr txBox="1"/>
          <p:nvPr/>
        </p:nvSpPr>
        <p:spPr>
          <a:xfrm>
            <a:off x="29825639" y="5178953"/>
            <a:ext cx="791872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AMD</a:t>
            </a:r>
          </a:p>
        </p:txBody>
      </p:sp>
      <p:sp>
        <p:nvSpPr>
          <p:cNvPr id="550" name="QCS"/>
          <p:cNvSpPr txBox="1"/>
          <p:nvPr/>
        </p:nvSpPr>
        <p:spPr>
          <a:xfrm>
            <a:off x="28424472" y="5178953"/>
            <a:ext cx="76352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QCS</a:t>
            </a:r>
          </a:p>
        </p:txBody>
      </p:sp>
      <p:sp>
        <p:nvSpPr>
          <p:cNvPr id="551" name="I3"/>
          <p:cNvSpPr txBox="1"/>
          <p:nvPr/>
        </p:nvSpPr>
        <p:spPr>
          <a:xfrm>
            <a:off x="27260441" y="5794430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I3</a:t>
            </a:r>
          </a:p>
        </p:txBody>
      </p:sp>
      <p:sp>
        <p:nvSpPr>
          <p:cNvPr id="552" name="I5"/>
          <p:cNvSpPr txBox="1"/>
          <p:nvPr/>
        </p:nvSpPr>
        <p:spPr>
          <a:xfrm>
            <a:off x="27260441" y="6401868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I5</a:t>
            </a:r>
          </a:p>
        </p:txBody>
      </p:sp>
      <p:sp>
        <p:nvSpPr>
          <p:cNvPr id="553" name="I7"/>
          <p:cNvSpPr txBox="1"/>
          <p:nvPr/>
        </p:nvSpPr>
        <p:spPr>
          <a:xfrm>
            <a:off x="27260441" y="7078385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I7</a:t>
            </a:r>
          </a:p>
        </p:txBody>
      </p:sp>
      <p:sp>
        <p:nvSpPr>
          <p:cNvPr id="554" name="R5"/>
          <p:cNvSpPr txBox="1"/>
          <p:nvPr/>
        </p:nvSpPr>
        <p:spPr>
          <a:xfrm>
            <a:off x="29975295" y="5824950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555" name="R7"/>
          <p:cNvSpPr txBox="1"/>
          <p:nvPr/>
        </p:nvSpPr>
        <p:spPr>
          <a:xfrm>
            <a:off x="29975295" y="6451668"/>
            <a:ext cx="492558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556" name="R9"/>
          <p:cNvSpPr txBox="1"/>
          <p:nvPr/>
        </p:nvSpPr>
        <p:spPr>
          <a:xfrm>
            <a:off x="29975295" y="7078385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557" name="SNPD5"/>
          <p:cNvSpPr txBox="1"/>
          <p:nvPr/>
        </p:nvSpPr>
        <p:spPr>
          <a:xfrm>
            <a:off x="28249519" y="5824950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SNPD5</a:t>
            </a:r>
          </a:p>
        </p:txBody>
      </p:sp>
      <p:sp>
        <p:nvSpPr>
          <p:cNvPr id="558" name="SNPD7"/>
          <p:cNvSpPr txBox="1"/>
          <p:nvPr/>
        </p:nvSpPr>
        <p:spPr>
          <a:xfrm>
            <a:off x="28249519" y="6463329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SNPD7</a:t>
            </a:r>
          </a:p>
        </p:txBody>
      </p:sp>
      <p:sp>
        <p:nvSpPr>
          <p:cNvPr id="559" name="SNPD8"/>
          <p:cNvSpPr txBox="1"/>
          <p:nvPr/>
        </p:nvSpPr>
        <p:spPr>
          <a:xfrm>
            <a:off x="28249519" y="7078385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SNPD8</a:t>
            </a:r>
          </a:p>
        </p:txBody>
      </p:sp>
      <p:sp>
        <p:nvSpPr>
          <p:cNvPr id="560" name="Rectangle"/>
          <p:cNvSpPr/>
          <p:nvPr/>
        </p:nvSpPr>
        <p:spPr>
          <a:xfrm>
            <a:off x="26724353" y="290781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1" name="Filtros"/>
          <p:cNvSpPr txBox="1"/>
          <p:nvPr/>
        </p:nvSpPr>
        <p:spPr>
          <a:xfrm>
            <a:off x="27947739" y="31325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562" name="Rectangle"/>
          <p:cNvSpPr/>
          <p:nvPr/>
        </p:nvSpPr>
        <p:spPr>
          <a:xfrm>
            <a:off x="26724353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3" name="Processador"/>
          <p:cNvSpPr txBox="1"/>
          <p:nvPr/>
        </p:nvSpPr>
        <p:spPr>
          <a:xfrm>
            <a:off x="27939231" y="4197510"/>
            <a:ext cx="183581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Processador</a:t>
            </a:r>
          </a:p>
        </p:txBody>
      </p:sp>
      <p:sp>
        <p:nvSpPr>
          <p:cNvPr id="564" name="Rectangle"/>
          <p:cNvSpPr/>
          <p:nvPr/>
        </p:nvSpPr>
        <p:spPr>
          <a:xfrm>
            <a:off x="26724353" y="787241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65" name="Placa-Mãe"/>
          <p:cNvSpPr txBox="1"/>
          <p:nvPr/>
        </p:nvSpPr>
        <p:spPr>
          <a:xfrm>
            <a:off x="28066181" y="8045946"/>
            <a:ext cx="15819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Placa-Mãe</a:t>
            </a:r>
          </a:p>
        </p:txBody>
      </p:sp>
      <p:sp>
        <p:nvSpPr>
          <p:cNvPr id="566" name="Gigabyte"/>
          <p:cNvSpPr txBox="1"/>
          <p:nvPr/>
        </p:nvSpPr>
        <p:spPr>
          <a:xfrm>
            <a:off x="27325364" y="8977818"/>
            <a:ext cx="134477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Gigabyte</a:t>
            </a:r>
          </a:p>
        </p:txBody>
      </p:sp>
      <p:sp>
        <p:nvSpPr>
          <p:cNvPr id="567" name="ASUS"/>
          <p:cNvSpPr txBox="1"/>
          <p:nvPr/>
        </p:nvSpPr>
        <p:spPr>
          <a:xfrm>
            <a:off x="29433564" y="8977818"/>
            <a:ext cx="926898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ASUS</a:t>
            </a:r>
          </a:p>
        </p:txBody>
      </p:sp>
      <p:sp>
        <p:nvSpPr>
          <p:cNvPr id="568" name="X807E"/>
          <p:cNvSpPr txBox="1"/>
          <p:nvPr/>
        </p:nvSpPr>
        <p:spPr>
          <a:xfrm>
            <a:off x="27500169" y="9628561"/>
            <a:ext cx="99517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X807E</a:t>
            </a:r>
          </a:p>
        </p:txBody>
      </p:sp>
      <p:sp>
        <p:nvSpPr>
          <p:cNvPr id="569" name="X850G"/>
          <p:cNvSpPr txBox="1"/>
          <p:nvPr/>
        </p:nvSpPr>
        <p:spPr>
          <a:xfrm>
            <a:off x="29376873" y="10674995"/>
            <a:ext cx="104028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X850G</a:t>
            </a:r>
          </a:p>
        </p:txBody>
      </p:sp>
      <p:sp>
        <p:nvSpPr>
          <p:cNvPr id="570" name="B650"/>
          <p:cNvSpPr txBox="1"/>
          <p:nvPr/>
        </p:nvSpPr>
        <p:spPr>
          <a:xfrm>
            <a:off x="27582006" y="10151778"/>
            <a:ext cx="83149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B650</a:t>
            </a:r>
          </a:p>
        </p:txBody>
      </p:sp>
      <p:sp>
        <p:nvSpPr>
          <p:cNvPr id="571" name="X670"/>
          <p:cNvSpPr txBox="1"/>
          <p:nvPr/>
        </p:nvSpPr>
        <p:spPr>
          <a:xfrm>
            <a:off x="27593283" y="10674995"/>
            <a:ext cx="8089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X670</a:t>
            </a:r>
          </a:p>
        </p:txBody>
      </p:sp>
      <p:sp>
        <p:nvSpPr>
          <p:cNvPr id="572" name="A620"/>
          <p:cNvSpPr txBox="1"/>
          <p:nvPr/>
        </p:nvSpPr>
        <p:spPr>
          <a:xfrm>
            <a:off x="29486904" y="9628561"/>
            <a:ext cx="8202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A620</a:t>
            </a:r>
          </a:p>
        </p:txBody>
      </p:sp>
      <p:sp>
        <p:nvSpPr>
          <p:cNvPr id="573" name="A650M"/>
          <p:cNvSpPr txBox="1"/>
          <p:nvPr/>
        </p:nvSpPr>
        <p:spPr>
          <a:xfrm>
            <a:off x="29354164" y="10151778"/>
            <a:ext cx="108569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A650M</a:t>
            </a:r>
          </a:p>
        </p:txBody>
      </p:sp>
      <p:sp>
        <p:nvSpPr>
          <p:cNvPr id="574" name="Rectangle"/>
          <p:cNvSpPr/>
          <p:nvPr/>
        </p:nvSpPr>
        <p:spPr>
          <a:xfrm>
            <a:off x="26724353" y="11325738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75" name="Fonte"/>
          <p:cNvSpPr txBox="1"/>
          <p:nvPr/>
        </p:nvSpPr>
        <p:spPr>
          <a:xfrm>
            <a:off x="28410451" y="11499270"/>
            <a:ext cx="8933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576" name="Corsair"/>
          <p:cNvSpPr txBox="1"/>
          <p:nvPr/>
        </p:nvSpPr>
        <p:spPr>
          <a:xfrm>
            <a:off x="27449722" y="12375443"/>
            <a:ext cx="10960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Corsair</a:t>
            </a:r>
          </a:p>
        </p:txBody>
      </p:sp>
      <p:sp>
        <p:nvSpPr>
          <p:cNvPr id="577" name="EVGA"/>
          <p:cNvSpPr txBox="1"/>
          <p:nvPr/>
        </p:nvSpPr>
        <p:spPr>
          <a:xfrm>
            <a:off x="29439201" y="12375443"/>
            <a:ext cx="915620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EVGA</a:t>
            </a:r>
          </a:p>
        </p:txBody>
      </p:sp>
      <p:sp>
        <p:nvSpPr>
          <p:cNvPr id="578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579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2" name="Rectangle"/>
          <p:cNvSpPr/>
          <p:nvPr/>
        </p:nvSpPr>
        <p:spPr>
          <a:xfrm>
            <a:off x="-1" y="2281409"/>
            <a:ext cx="24384001" cy="11437244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3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4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5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6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7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8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589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0" name="Computador"/>
          <p:cNvSpPr txBox="1"/>
          <p:nvPr/>
        </p:nvSpPr>
        <p:spPr>
          <a:xfrm>
            <a:off x="13144619" y="738784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591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592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593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594" name="Rounded Rectangle"/>
          <p:cNvSpPr/>
          <p:nvPr/>
        </p:nvSpPr>
        <p:spPr>
          <a:xfrm>
            <a:off x="19561551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chemeClr val="accent1">
              <a:hueOff val="114395"/>
              <a:lumOff val="-24975"/>
              <a:alpha val="39678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5" name="Intel"/>
          <p:cNvSpPr txBox="1"/>
          <p:nvPr/>
        </p:nvSpPr>
        <p:spPr>
          <a:xfrm>
            <a:off x="19933964" y="5178953"/>
            <a:ext cx="69006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Intel</a:t>
            </a:r>
          </a:p>
        </p:txBody>
      </p:sp>
      <p:sp>
        <p:nvSpPr>
          <p:cNvPr id="596" name="AMD"/>
          <p:cNvSpPr txBox="1"/>
          <p:nvPr/>
        </p:nvSpPr>
        <p:spPr>
          <a:xfrm>
            <a:off x="22662838" y="5178953"/>
            <a:ext cx="791871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AMD</a:t>
            </a:r>
          </a:p>
        </p:txBody>
      </p:sp>
      <p:sp>
        <p:nvSpPr>
          <p:cNvPr id="597" name="QCS"/>
          <p:cNvSpPr txBox="1"/>
          <p:nvPr/>
        </p:nvSpPr>
        <p:spPr>
          <a:xfrm>
            <a:off x="21261672" y="5178953"/>
            <a:ext cx="76352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QCS</a:t>
            </a:r>
          </a:p>
        </p:txBody>
      </p:sp>
      <p:sp>
        <p:nvSpPr>
          <p:cNvPr id="598" name="I3"/>
          <p:cNvSpPr txBox="1"/>
          <p:nvPr/>
        </p:nvSpPr>
        <p:spPr>
          <a:xfrm>
            <a:off x="20097641" y="5794430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I3</a:t>
            </a:r>
          </a:p>
        </p:txBody>
      </p:sp>
      <p:sp>
        <p:nvSpPr>
          <p:cNvPr id="599" name="I5"/>
          <p:cNvSpPr txBox="1"/>
          <p:nvPr/>
        </p:nvSpPr>
        <p:spPr>
          <a:xfrm>
            <a:off x="20097641" y="6401868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I5</a:t>
            </a:r>
          </a:p>
        </p:txBody>
      </p:sp>
      <p:sp>
        <p:nvSpPr>
          <p:cNvPr id="600" name="I7"/>
          <p:cNvSpPr txBox="1"/>
          <p:nvPr/>
        </p:nvSpPr>
        <p:spPr>
          <a:xfrm>
            <a:off x="20097641" y="7078385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I7</a:t>
            </a:r>
          </a:p>
        </p:txBody>
      </p:sp>
      <p:sp>
        <p:nvSpPr>
          <p:cNvPr id="601" name="R5"/>
          <p:cNvSpPr txBox="1"/>
          <p:nvPr/>
        </p:nvSpPr>
        <p:spPr>
          <a:xfrm>
            <a:off x="22812495" y="5824950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602" name="R7"/>
          <p:cNvSpPr txBox="1"/>
          <p:nvPr/>
        </p:nvSpPr>
        <p:spPr>
          <a:xfrm>
            <a:off x="22812495" y="6451668"/>
            <a:ext cx="492558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603" name="R9"/>
          <p:cNvSpPr txBox="1"/>
          <p:nvPr/>
        </p:nvSpPr>
        <p:spPr>
          <a:xfrm>
            <a:off x="22812495" y="7078385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604" name="SNPD5"/>
          <p:cNvSpPr txBox="1"/>
          <p:nvPr/>
        </p:nvSpPr>
        <p:spPr>
          <a:xfrm>
            <a:off x="21086717" y="5824950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SNPD5</a:t>
            </a:r>
          </a:p>
        </p:txBody>
      </p:sp>
      <p:sp>
        <p:nvSpPr>
          <p:cNvPr id="605" name="SNPD7"/>
          <p:cNvSpPr txBox="1"/>
          <p:nvPr/>
        </p:nvSpPr>
        <p:spPr>
          <a:xfrm>
            <a:off x="21086717" y="6463329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SNPD7</a:t>
            </a:r>
          </a:p>
        </p:txBody>
      </p:sp>
      <p:sp>
        <p:nvSpPr>
          <p:cNvPr id="606" name="SNPD8"/>
          <p:cNvSpPr txBox="1"/>
          <p:nvPr/>
        </p:nvSpPr>
        <p:spPr>
          <a:xfrm>
            <a:off x="21086717" y="7078385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SNPD8</a:t>
            </a:r>
          </a:p>
        </p:txBody>
      </p:sp>
      <p:sp>
        <p:nvSpPr>
          <p:cNvPr id="607" name="Rectangle"/>
          <p:cNvSpPr/>
          <p:nvPr/>
        </p:nvSpPr>
        <p:spPr>
          <a:xfrm>
            <a:off x="19561551" y="290781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08" name="Filtros"/>
          <p:cNvSpPr txBox="1"/>
          <p:nvPr/>
        </p:nvSpPr>
        <p:spPr>
          <a:xfrm>
            <a:off x="20784940" y="31325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609" name="Rectangle"/>
          <p:cNvSpPr/>
          <p:nvPr/>
        </p:nvSpPr>
        <p:spPr>
          <a:xfrm>
            <a:off x="19561551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10" name="Processador"/>
          <p:cNvSpPr txBox="1"/>
          <p:nvPr/>
        </p:nvSpPr>
        <p:spPr>
          <a:xfrm>
            <a:off x="20776431" y="4197510"/>
            <a:ext cx="183581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Processador</a:t>
            </a:r>
          </a:p>
        </p:txBody>
      </p:sp>
      <p:sp>
        <p:nvSpPr>
          <p:cNvPr id="611" name="Rectangle"/>
          <p:cNvSpPr/>
          <p:nvPr/>
        </p:nvSpPr>
        <p:spPr>
          <a:xfrm>
            <a:off x="19561551" y="787241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12" name="Placa-Mãe"/>
          <p:cNvSpPr txBox="1"/>
          <p:nvPr/>
        </p:nvSpPr>
        <p:spPr>
          <a:xfrm>
            <a:off x="20903379" y="8045946"/>
            <a:ext cx="15819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Placa-Mãe</a:t>
            </a:r>
          </a:p>
        </p:txBody>
      </p:sp>
      <p:sp>
        <p:nvSpPr>
          <p:cNvPr id="613" name="Gigabyte"/>
          <p:cNvSpPr txBox="1"/>
          <p:nvPr/>
        </p:nvSpPr>
        <p:spPr>
          <a:xfrm>
            <a:off x="20162564" y="8977818"/>
            <a:ext cx="134477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Gigabyte</a:t>
            </a:r>
          </a:p>
        </p:txBody>
      </p:sp>
      <p:sp>
        <p:nvSpPr>
          <p:cNvPr id="614" name="ASUS"/>
          <p:cNvSpPr txBox="1"/>
          <p:nvPr/>
        </p:nvSpPr>
        <p:spPr>
          <a:xfrm>
            <a:off x="22270764" y="8977818"/>
            <a:ext cx="926898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ASUS</a:t>
            </a:r>
          </a:p>
        </p:txBody>
      </p:sp>
      <p:sp>
        <p:nvSpPr>
          <p:cNvPr id="615" name="X807E"/>
          <p:cNvSpPr txBox="1"/>
          <p:nvPr/>
        </p:nvSpPr>
        <p:spPr>
          <a:xfrm>
            <a:off x="20337367" y="9628561"/>
            <a:ext cx="99517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X807E</a:t>
            </a:r>
          </a:p>
        </p:txBody>
      </p:sp>
      <p:sp>
        <p:nvSpPr>
          <p:cNvPr id="616" name="X850G"/>
          <p:cNvSpPr txBox="1"/>
          <p:nvPr/>
        </p:nvSpPr>
        <p:spPr>
          <a:xfrm>
            <a:off x="22214071" y="10674995"/>
            <a:ext cx="104028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X850G</a:t>
            </a:r>
          </a:p>
        </p:txBody>
      </p:sp>
      <p:sp>
        <p:nvSpPr>
          <p:cNvPr id="617" name="B650"/>
          <p:cNvSpPr txBox="1"/>
          <p:nvPr/>
        </p:nvSpPr>
        <p:spPr>
          <a:xfrm>
            <a:off x="20419206" y="10151778"/>
            <a:ext cx="83149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B650</a:t>
            </a:r>
          </a:p>
        </p:txBody>
      </p:sp>
      <p:sp>
        <p:nvSpPr>
          <p:cNvPr id="618" name="X670"/>
          <p:cNvSpPr txBox="1"/>
          <p:nvPr/>
        </p:nvSpPr>
        <p:spPr>
          <a:xfrm>
            <a:off x="20430483" y="10674995"/>
            <a:ext cx="8089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X670</a:t>
            </a:r>
          </a:p>
        </p:txBody>
      </p:sp>
      <p:sp>
        <p:nvSpPr>
          <p:cNvPr id="619" name="A620"/>
          <p:cNvSpPr txBox="1"/>
          <p:nvPr/>
        </p:nvSpPr>
        <p:spPr>
          <a:xfrm>
            <a:off x="22324104" y="9628561"/>
            <a:ext cx="8202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A620</a:t>
            </a:r>
          </a:p>
        </p:txBody>
      </p:sp>
      <p:sp>
        <p:nvSpPr>
          <p:cNvPr id="620" name="A650M"/>
          <p:cNvSpPr txBox="1"/>
          <p:nvPr/>
        </p:nvSpPr>
        <p:spPr>
          <a:xfrm>
            <a:off x="22191364" y="10151778"/>
            <a:ext cx="108569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A650M</a:t>
            </a:r>
          </a:p>
        </p:txBody>
      </p:sp>
      <p:sp>
        <p:nvSpPr>
          <p:cNvPr id="621" name="Rectangle"/>
          <p:cNvSpPr/>
          <p:nvPr/>
        </p:nvSpPr>
        <p:spPr>
          <a:xfrm>
            <a:off x="19561551" y="11325738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2" name="Fonte"/>
          <p:cNvSpPr txBox="1"/>
          <p:nvPr/>
        </p:nvSpPr>
        <p:spPr>
          <a:xfrm>
            <a:off x="21247651" y="11499270"/>
            <a:ext cx="8933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623" name="Corsair"/>
          <p:cNvSpPr txBox="1"/>
          <p:nvPr/>
        </p:nvSpPr>
        <p:spPr>
          <a:xfrm>
            <a:off x="20286922" y="12375443"/>
            <a:ext cx="10960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Corsair</a:t>
            </a:r>
          </a:p>
        </p:txBody>
      </p:sp>
      <p:sp>
        <p:nvSpPr>
          <p:cNvPr id="624" name="EVGA"/>
          <p:cNvSpPr txBox="1"/>
          <p:nvPr/>
        </p:nvSpPr>
        <p:spPr>
          <a:xfrm>
            <a:off x="22276403" y="12375443"/>
            <a:ext cx="915620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EVGA</a:t>
            </a:r>
          </a:p>
        </p:txBody>
      </p:sp>
      <p:sp>
        <p:nvSpPr>
          <p:cNvPr id="625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626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29" name="Rectangle"/>
          <p:cNvSpPr/>
          <p:nvPr/>
        </p:nvSpPr>
        <p:spPr>
          <a:xfrm>
            <a:off x="-1" y="2281409"/>
            <a:ext cx="24384001" cy="11437244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0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1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2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3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4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5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636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37" name="Computador"/>
          <p:cNvSpPr txBox="1"/>
          <p:nvPr/>
        </p:nvSpPr>
        <p:spPr>
          <a:xfrm>
            <a:off x="13144619" y="738784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638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639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640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641" name="Rounded Rectangle"/>
          <p:cNvSpPr/>
          <p:nvPr/>
        </p:nvSpPr>
        <p:spPr>
          <a:xfrm>
            <a:off x="19561551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chemeClr val="accent1">
              <a:hueOff val="114395"/>
              <a:lumOff val="-24975"/>
              <a:alpha val="39678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42" name="Intel"/>
          <p:cNvSpPr txBox="1"/>
          <p:nvPr/>
        </p:nvSpPr>
        <p:spPr>
          <a:xfrm>
            <a:off x="19933964" y="5178953"/>
            <a:ext cx="69006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Intel</a:t>
            </a:r>
          </a:p>
        </p:txBody>
      </p:sp>
      <p:sp>
        <p:nvSpPr>
          <p:cNvPr id="643" name="AMD"/>
          <p:cNvSpPr txBox="1"/>
          <p:nvPr/>
        </p:nvSpPr>
        <p:spPr>
          <a:xfrm>
            <a:off x="22662838" y="5178953"/>
            <a:ext cx="791871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AMD</a:t>
            </a:r>
          </a:p>
        </p:txBody>
      </p:sp>
      <p:sp>
        <p:nvSpPr>
          <p:cNvPr id="644" name="QCS"/>
          <p:cNvSpPr txBox="1"/>
          <p:nvPr/>
        </p:nvSpPr>
        <p:spPr>
          <a:xfrm>
            <a:off x="21261672" y="5178953"/>
            <a:ext cx="76352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QCS</a:t>
            </a:r>
          </a:p>
        </p:txBody>
      </p:sp>
      <p:sp>
        <p:nvSpPr>
          <p:cNvPr id="645" name="I3"/>
          <p:cNvSpPr txBox="1"/>
          <p:nvPr/>
        </p:nvSpPr>
        <p:spPr>
          <a:xfrm>
            <a:off x="20097641" y="5794430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I3</a:t>
            </a:r>
          </a:p>
        </p:txBody>
      </p:sp>
      <p:sp>
        <p:nvSpPr>
          <p:cNvPr id="646" name="I5"/>
          <p:cNvSpPr txBox="1"/>
          <p:nvPr/>
        </p:nvSpPr>
        <p:spPr>
          <a:xfrm>
            <a:off x="20097641" y="6401868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I5</a:t>
            </a:r>
          </a:p>
        </p:txBody>
      </p:sp>
      <p:sp>
        <p:nvSpPr>
          <p:cNvPr id="647" name="I7"/>
          <p:cNvSpPr txBox="1"/>
          <p:nvPr/>
        </p:nvSpPr>
        <p:spPr>
          <a:xfrm>
            <a:off x="20097641" y="7078385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I7</a:t>
            </a:r>
          </a:p>
        </p:txBody>
      </p:sp>
      <p:sp>
        <p:nvSpPr>
          <p:cNvPr id="648" name="R5"/>
          <p:cNvSpPr txBox="1"/>
          <p:nvPr/>
        </p:nvSpPr>
        <p:spPr>
          <a:xfrm>
            <a:off x="22812495" y="5824950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649" name="R7"/>
          <p:cNvSpPr txBox="1"/>
          <p:nvPr/>
        </p:nvSpPr>
        <p:spPr>
          <a:xfrm>
            <a:off x="22812495" y="6451668"/>
            <a:ext cx="492558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650" name="R9"/>
          <p:cNvSpPr txBox="1"/>
          <p:nvPr/>
        </p:nvSpPr>
        <p:spPr>
          <a:xfrm>
            <a:off x="22812495" y="7078385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651" name="SNPD5"/>
          <p:cNvSpPr txBox="1"/>
          <p:nvPr/>
        </p:nvSpPr>
        <p:spPr>
          <a:xfrm>
            <a:off x="21086717" y="5824950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SNPD5</a:t>
            </a:r>
          </a:p>
        </p:txBody>
      </p:sp>
      <p:sp>
        <p:nvSpPr>
          <p:cNvPr id="652" name="SNPD7"/>
          <p:cNvSpPr txBox="1"/>
          <p:nvPr/>
        </p:nvSpPr>
        <p:spPr>
          <a:xfrm>
            <a:off x="21086717" y="6463329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SNPD7</a:t>
            </a:r>
          </a:p>
        </p:txBody>
      </p:sp>
      <p:sp>
        <p:nvSpPr>
          <p:cNvPr id="653" name="SNPD8"/>
          <p:cNvSpPr txBox="1"/>
          <p:nvPr/>
        </p:nvSpPr>
        <p:spPr>
          <a:xfrm>
            <a:off x="21086717" y="7078385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SNPD8</a:t>
            </a:r>
          </a:p>
        </p:txBody>
      </p:sp>
      <p:sp>
        <p:nvSpPr>
          <p:cNvPr id="654" name="Rectangle"/>
          <p:cNvSpPr/>
          <p:nvPr/>
        </p:nvSpPr>
        <p:spPr>
          <a:xfrm>
            <a:off x="19561551" y="290781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5" name="Filtros"/>
          <p:cNvSpPr txBox="1"/>
          <p:nvPr/>
        </p:nvSpPr>
        <p:spPr>
          <a:xfrm>
            <a:off x="20784940" y="31325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656" name="Rectangle"/>
          <p:cNvSpPr/>
          <p:nvPr/>
        </p:nvSpPr>
        <p:spPr>
          <a:xfrm>
            <a:off x="19561551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7" name="Processador"/>
          <p:cNvSpPr txBox="1"/>
          <p:nvPr/>
        </p:nvSpPr>
        <p:spPr>
          <a:xfrm>
            <a:off x="20776431" y="4197510"/>
            <a:ext cx="183581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Processador</a:t>
            </a:r>
          </a:p>
        </p:txBody>
      </p:sp>
      <p:sp>
        <p:nvSpPr>
          <p:cNvPr id="658" name="Rectangle"/>
          <p:cNvSpPr/>
          <p:nvPr/>
        </p:nvSpPr>
        <p:spPr>
          <a:xfrm>
            <a:off x="19561551" y="787241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59" name="Placa-Mãe"/>
          <p:cNvSpPr txBox="1"/>
          <p:nvPr/>
        </p:nvSpPr>
        <p:spPr>
          <a:xfrm>
            <a:off x="20903379" y="8045946"/>
            <a:ext cx="15819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Placa-Mãe</a:t>
            </a:r>
          </a:p>
        </p:txBody>
      </p:sp>
      <p:sp>
        <p:nvSpPr>
          <p:cNvPr id="660" name="Gigabyte"/>
          <p:cNvSpPr txBox="1"/>
          <p:nvPr/>
        </p:nvSpPr>
        <p:spPr>
          <a:xfrm>
            <a:off x="20162564" y="8977818"/>
            <a:ext cx="134477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Gigabyte</a:t>
            </a:r>
          </a:p>
        </p:txBody>
      </p:sp>
      <p:sp>
        <p:nvSpPr>
          <p:cNvPr id="661" name="ASUS"/>
          <p:cNvSpPr txBox="1"/>
          <p:nvPr/>
        </p:nvSpPr>
        <p:spPr>
          <a:xfrm>
            <a:off x="22270764" y="8977818"/>
            <a:ext cx="926898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ASUS</a:t>
            </a:r>
          </a:p>
        </p:txBody>
      </p:sp>
      <p:sp>
        <p:nvSpPr>
          <p:cNvPr id="662" name="X807E"/>
          <p:cNvSpPr txBox="1"/>
          <p:nvPr/>
        </p:nvSpPr>
        <p:spPr>
          <a:xfrm>
            <a:off x="20337367" y="9628561"/>
            <a:ext cx="99517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X807E</a:t>
            </a:r>
          </a:p>
        </p:txBody>
      </p:sp>
      <p:sp>
        <p:nvSpPr>
          <p:cNvPr id="663" name="X850G"/>
          <p:cNvSpPr txBox="1"/>
          <p:nvPr/>
        </p:nvSpPr>
        <p:spPr>
          <a:xfrm>
            <a:off x="22214071" y="10674995"/>
            <a:ext cx="104028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X850G</a:t>
            </a:r>
          </a:p>
        </p:txBody>
      </p:sp>
      <p:sp>
        <p:nvSpPr>
          <p:cNvPr id="664" name="B650"/>
          <p:cNvSpPr txBox="1"/>
          <p:nvPr/>
        </p:nvSpPr>
        <p:spPr>
          <a:xfrm>
            <a:off x="20419206" y="10151778"/>
            <a:ext cx="83149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B650</a:t>
            </a:r>
          </a:p>
        </p:txBody>
      </p:sp>
      <p:sp>
        <p:nvSpPr>
          <p:cNvPr id="665" name="X670"/>
          <p:cNvSpPr txBox="1"/>
          <p:nvPr/>
        </p:nvSpPr>
        <p:spPr>
          <a:xfrm>
            <a:off x="20430483" y="10674995"/>
            <a:ext cx="8089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X670</a:t>
            </a:r>
          </a:p>
        </p:txBody>
      </p:sp>
      <p:sp>
        <p:nvSpPr>
          <p:cNvPr id="666" name="A620"/>
          <p:cNvSpPr txBox="1"/>
          <p:nvPr/>
        </p:nvSpPr>
        <p:spPr>
          <a:xfrm>
            <a:off x="22324104" y="9628561"/>
            <a:ext cx="8202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A620</a:t>
            </a:r>
          </a:p>
        </p:txBody>
      </p:sp>
      <p:sp>
        <p:nvSpPr>
          <p:cNvPr id="667" name="A650M"/>
          <p:cNvSpPr txBox="1"/>
          <p:nvPr/>
        </p:nvSpPr>
        <p:spPr>
          <a:xfrm>
            <a:off x="22191364" y="10151778"/>
            <a:ext cx="108569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A650M</a:t>
            </a:r>
          </a:p>
        </p:txBody>
      </p:sp>
      <p:sp>
        <p:nvSpPr>
          <p:cNvPr id="668" name="Rectangle"/>
          <p:cNvSpPr/>
          <p:nvPr/>
        </p:nvSpPr>
        <p:spPr>
          <a:xfrm>
            <a:off x="19561551" y="11325738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69" name="Fonte"/>
          <p:cNvSpPr txBox="1"/>
          <p:nvPr/>
        </p:nvSpPr>
        <p:spPr>
          <a:xfrm>
            <a:off x="21247651" y="11499270"/>
            <a:ext cx="8933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670" name="Corsair"/>
          <p:cNvSpPr txBox="1"/>
          <p:nvPr/>
        </p:nvSpPr>
        <p:spPr>
          <a:xfrm>
            <a:off x="20286922" y="12375443"/>
            <a:ext cx="10960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Corsair</a:t>
            </a:r>
          </a:p>
        </p:txBody>
      </p:sp>
      <p:sp>
        <p:nvSpPr>
          <p:cNvPr id="671" name="EVGA"/>
          <p:cNvSpPr txBox="1"/>
          <p:nvPr/>
        </p:nvSpPr>
        <p:spPr>
          <a:xfrm>
            <a:off x="22276403" y="12375443"/>
            <a:ext cx="915620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EVGA</a:t>
            </a:r>
          </a:p>
        </p:txBody>
      </p:sp>
      <p:sp>
        <p:nvSpPr>
          <p:cNvPr id="672" name="Rounded Rectangle"/>
          <p:cNvSpPr/>
          <p:nvPr/>
        </p:nvSpPr>
        <p:spPr>
          <a:xfrm>
            <a:off x="5618250" y="2517290"/>
            <a:ext cx="13644726" cy="13382422"/>
          </a:xfrm>
          <a:prstGeom prst="roundRect">
            <a:avLst>
              <a:gd name="adj" fmla="val 4647"/>
            </a:avLst>
          </a:prstGeom>
          <a:solidFill>
            <a:srgbClr val="FFFFFF">
              <a:alpha val="4667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3" name="Rounded Rectangle"/>
          <p:cNvSpPr/>
          <p:nvPr/>
        </p:nvSpPr>
        <p:spPr>
          <a:xfrm>
            <a:off x="6037612" y="4787547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4" name="Rounded Rectangle"/>
          <p:cNvSpPr/>
          <p:nvPr/>
        </p:nvSpPr>
        <p:spPr>
          <a:xfrm>
            <a:off x="10633636" y="4841048"/>
            <a:ext cx="3878089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5" name="Rounded Rectangle"/>
          <p:cNvSpPr/>
          <p:nvPr/>
        </p:nvSpPr>
        <p:spPr>
          <a:xfrm>
            <a:off x="15217409" y="4787547"/>
            <a:ext cx="3626206" cy="474425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6" name="Rounded Rectangle"/>
          <p:cNvSpPr/>
          <p:nvPr/>
        </p:nvSpPr>
        <p:spPr>
          <a:xfrm>
            <a:off x="5968156" y="27368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7" name="Rounded Rectangle"/>
          <p:cNvSpPr/>
          <p:nvPr/>
        </p:nvSpPr>
        <p:spPr>
          <a:xfrm>
            <a:off x="6025358" y="12033347"/>
            <a:ext cx="3878089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8" name="Rounded Rectangle"/>
          <p:cNvSpPr/>
          <p:nvPr/>
        </p:nvSpPr>
        <p:spPr>
          <a:xfrm>
            <a:off x="10621384" y="12033347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79" name="Rounded Rectangle"/>
          <p:cNvSpPr/>
          <p:nvPr/>
        </p:nvSpPr>
        <p:spPr>
          <a:xfrm>
            <a:off x="15217409" y="12033347"/>
            <a:ext cx="3626206" cy="474425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0" name="Rounded Rectangle"/>
          <p:cNvSpPr/>
          <p:nvPr/>
        </p:nvSpPr>
        <p:spPr>
          <a:xfrm>
            <a:off x="6013747" y="99826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1" name="Resultados nada relevantes ( 💸💸 )"/>
          <p:cNvSpPr txBox="1"/>
          <p:nvPr/>
        </p:nvSpPr>
        <p:spPr>
          <a:xfrm>
            <a:off x="7596274" y="10331724"/>
            <a:ext cx="968867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 nada relevantes ( 💸💸 )</a:t>
            </a:r>
          </a:p>
        </p:txBody>
      </p:sp>
      <p:sp>
        <p:nvSpPr>
          <p:cNvPr id="682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683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684" name="Resultados RELEVANTES à sua pesquisa"/>
          <p:cNvSpPr txBox="1"/>
          <p:nvPr/>
        </p:nvSpPr>
        <p:spPr>
          <a:xfrm>
            <a:off x="6735519" y="3132558"/>
            <a:ext cx="1141018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 RELEVANTES à sua pesquisa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7" name="Rectangle"/>
          <p:cNvSpPr/>
          <p:nvPr/>
        </p:nvSpPr>
        <p:spPr>
          <a:xfrm>
            <a:off x="-1" y="2281409"/>
            <a:ext cx="24384001" cy="11437244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8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9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0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1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2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3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694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95" name="Computador"/>
          <p:cNvSpPr txBox="1"/>
          <p:nvPr/>
        </p:nvSpPr>
        <p:spPr>
          <a:xfrm>
            <a:off x="13144619" y="738784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696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697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698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699" name="Rounded Rectangle"/>
          <p:cNvSpPr/>
          <p:nvPr/>
        </p:nvSpPr>
        <p:spPr>
          <a:xfrm>
            <a:off x="19561551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chemeClr val="accent1">
              <a:hueOff val="114395"/>
              <a:lumOff val="-24975"/>
              <a:alpha val="39678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00" name="Intel"/>
          <p:cNvSpPr txBox="1"/>
          <p:nvPr/>
        </p:nvSpPr>
        <p:spPr>
          <a:xfrm>
            <a:off x="19933964" y="5178953"/>
            <a:ext cx="69006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Intel</a:t>
            </a:r>
          </a:p>
        </p:txBody>
      </p:sp>
      <p:sp>
        <p:nvSpPr>
          <p:cNvPr id="701" name="AMD"/>
          <p:cNvSpPr txBox="1"/>
          <p:nvPr/>
        </p:nvSpPr>
        <p:spPr>
          <a:xfrm>
            <a:off x="22662838" y="5178953"/>
            <a:ext cx="791871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AMD</a:t>
            </a:r>
          </a:p>
        </p:txBody>
      </p:sp>
      <p:sp>
        <p:nvSpPr>
          <p:cNvPr id="702" name="QCS"/>
          <p:cNvSpPr txBox="1"/>
          <p:nvPr/>
        </p:nvSpPr>
        <p:spPr>
          <a:xfrm>
            <a:off x="21261672" y="5178953"/>
            <a:ext cx="76352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QCS</a:t>
            </a:r>
          </a:p>
        </p:txBody>
      </p:sp>
      <p:sp>
        <p:nvSpPr>
          <p:cNvPr id="703" name="I3"/>
          <p:cNvSpPr txBox="1"/>
          <p:nvPr/>
        </p:nvSpPr>
        <p:spPr>
          <a:xfrm>
            <a:off x="20097641" y="5794430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I3</a:t>
            </a:r>
          </a:p>
        </p:txBody>
      </p:sp>
      <p:sp>
        <p:nvSpPr>
          <p:cNvPr id="704" name="I5"/>
          <p:cNvSpPr txBox="1"/>
          <p:nvPr/>
        </p:nvSpPr>
        <p:spPr>
          <a:xfrm>
            <a:off x="20097641" y="6401868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I5</a:t>
            </a:r>
          </a:p>
        </p:txBody>
      </p:sp>
      <p:sp>
        <p:nvSpPr>
          <p:cNvPr id="705" name="I7"/>
          <p:cNvSpPr txBox="1"/>
          <p:nvPr/>
        </p:nvSpPr>
        <p:spPr>
          <a:xfrm>
            <a:off x="20097641" y="7078385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I7</a:t>
            </a:r>
          </a:p>
        </p:txBody>
      </p:sp>
      <p:sp>
        <p:nvSpPr>
          <p:cNvPr id="706" name="R5"/>
          <p:cNvSpPr txBox="1"/>
          <p:nvPr/>
        </p:nvSpPr>
        <p:spPr>
          <a:xfrm>
            <a:off x="22812495" y="5824950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707" name="R7"/>
          <p:cNvSpPr txBox="1"/>
          <p:nvPr/>
        </p:nvSpPr>
        <p:spPr>
          <a:xfrm>
            <a:off x="22812495" y="6451668"/>
            <a:ext cx="492558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708" name="R9"/>
          <p:cNvSpPr txBox="1"/>
          <p:nvPr/>
        </p:nvSpPr>
        <p:spPr>
          <a:xfrm>
            <a:off x="22812495" y="7078385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709" name="SNPD5"/>
          <p:cNvSpPr txBox="1"/>
          <p:nvPr/>
        </p:nvSpPr>
        <p:spPr>
          <a:xfrm>
            <a:off x="21086717" y="5824950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SNPD5</a:t>
            </a:r>
          </a:p>
        </p:txBody>
      </p:sp>
      <p:sp>
        <p:nvSpPr>
          <p:cNvPr id="710" name="SNPD7"/>
          <p:cNvSpPr txBox="1"/>
          <p:nvPr/>
        </p:nvSpPr>
        <p:spPr>
          <a:xfrm>
            <a:off x="21086717" y="6463329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SNPD7</a:t>
            </a:r>
          </a:p>
        </p:txBody>
      </p:sp>
      <p:sp>
        <p:nvSpPr>
          <p:cNvPr id="711" name="SNPD8"/>
          <p:cNvSpPr txBox="1"/>
          <p:nvPr/>
        </p:nvSpPr>
        <p:spPr>
          <a:xfrm>
            <a:off x="21086717" y="7078385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SNPD8</a:t>
            </a:r>
          </a:p>
        </p:txBody>
      </p:sp>
      <p:sp>
        <p:nvSpPr>
          <p:cNvPr id="712" name="Rectangle"/>
          <p:cNvSpPr/>
          <p:nvPr/>
        </p:nvSpPr>
        <p:spPr>
          <a:xfrm>
            <a:off x="19561551" y="290781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3" name="Filtros"/>
          <p:cNvSpPr txBox="1"/>
          <p:nvPr/>
        </p:nvSpPr>
        <p:spPr>
          <a:xfrm>
            <a:off x="20784940" y="31325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714" name="Rectangle"/>
          <p:cNvSpPr/>
          <p:nvPr/>
        </p:nvSpPr>
        <p:spPr>
          <a:xfrm>
            <a:off x="19561551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5" name="Processador"/>
          <p:cNvSpPr txBox="1"/>
          <p:nvPr/>
        </p:nvSpPr>
        <p:spPr>
          <a:xfrm>
            <a:off x="20776431" y="4197510"/>
            <a:ext cx="183581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Processador</a:t>
            </a:r>
          </a:p>
        </p:txBody>
      </p:sp>
      <p:sp>
        <p:nvSpPr>
          <p:cNvPr id="716" name="Rectangle"/>
          <p:cNvSpPr/>
          <p:nvPr/>
        </p:nvSpPr>
        <p:spPr>
          <a:xfrm>
            <a:off x="19561551" y="787241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17" name="Placa-Mãe"/>
          <p:cNvSpPr txBox="1"/>
          <p:nvPr/>
        </p:nvSpPr>
        <p:spPr>
          <a:xfrm>
            <a:off x="20903379" y="8045946"/>
            <a:ext cx="15819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Placa-Mãe</a:t>
            </a:r>
          </a:p>
        </p:txBody>
      </p:sp>
      <p:sp>
        <p:nvSpPr>
          <p:cNvPr id="718" name="Gigabyte"/>
          <p:cNvSpPr txBox="1"/>
          <p:nvPr/>
        </p:nvSpPr>
        <p:spPr>
          <a:xfrm>
            <a:off x="20162564" y="8977818"/>
            <a:ext cx="134477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Gigabyte</a:t>
            </a:r>
          </a:p>
        </p:txBody>
      </p:sp>
      <p:sp>
        <p:nvSpPr>
          <p:cNvPr id="719" name="ASUS"/>
          <p:cNvSpPr txBox="1"/>
          <p:nvPr/>
        </p:nvSpPr>
        <p:spPr>
          <a:xfrm>
            <a:off x="22270764" y="8977818"/>
            <a:ext cx="926898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ASUS</a:t>
            </a:r>
          </a:p>
        </p:txBody>
      </p:sp>
      <p:sp>
        <p:nvSpPr>
          <p:cNvPr id="720" name="X807E"/>
          <p:cNvSpPr txBox="1"/>
          <p:nvPr/>
        </p:nvSpPr>
        <p:spPr>
          <a:xfrm>
            <a:off x="20337367" y="9628561"/>
            <a:ext cx="99517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X807E</a:t>
            </a:r>
          </a:p>
        </p:txBody>
      </p:sp>
      <p:sp>
        <p:nvSpPr>
          <p:cNvPr id="721" name="X850G"/>
          <p:cNvSpPr txBox="1"/>
          <p:nvPr/>
        </p:nvSpPr>
        <p:spPr>
          <a:xfrm>
            <a:off x="22214071" y="10674995"/>
            <a:ext cx="104028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X850G</a:t>
            </a:r>
          </a:p>
        </p:txBody>
      </p:sp>
      <p:sp>
        <p:nvSpPr>
          <p:cNvPr id="722" name="B650"/>
          <p:cNvSpPr txBox="1"/>
          <p:nvPr/>
        </p:nvSpPr>
        <p:spPr>
          <a:xfrm>
            <a:off x="20419206" y="10151778"/>
            <a:ext cx="83149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B650</a:t>
            </a:r>
          </a:p>
        </p:txBody>
      </p:sp>
      <p:sp>
        <p:nvSpPr>
          <p:cNvPr id="723" name="X670"/>
          <p:cNvSpPr txBox="1"/>
          <p:nvPr/>
        </p:nvSpPr>
        <p:spPr>
          <a:xfrm>
            <a:off x="20430483" y="10674995"/>
            <a:ext cx="8089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X670</a:t>
            </a:r>
          </a:p>
        </p:txBody>
      </p:sp>
      <p:sp>
        <p:nvSpPr>
          <p:cNvPr id="724" name="A620"/>
          <p:cNvSpPr txBox="1"/>
          <p:nvPr/>
        </p:nvSpPr>
        <p:spPr>
          <a:xfrm>
            <a:off x="22324104" y="9628561"/>
            <a:ext cx="8202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A620</a:t>
            </a:r>
          </a:p>
        </p:txBody>
      </p:sp>
      <p:sp>
        <p:nvSpPr>
          <p:cNvPr id="725" name="A650M"/>
          <p:cNvSpPr txBox="1"/>
          <p:nvPr/>
        </p:nvSpPr>
        <p:spPr>
          <a:xfrm>
            <a:off x="22191364" y="10151778"/>
            <a:ext cx="108569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A650M</a:t>
            </a:r>
          </a:p>
        </p:txBody>
      </p:sp>
      <p:sp>
        <p:nvSpPr>
          <p:cNvPr id="726" name="Rectangle"/>
          <p:cNvSpPr/>
          <p:nvPr/>
        </p:nvSpPr>
        <p:spPr>
          <a:xfrm>
            <a:off x="19561551" y="11325738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27" name="Fonte"/>
          <p:cNvSpPr txBox="1"/>
          <p:nvPr/>
        </p:nvSpPr>
        <p:spPr>
          <a:xfrm>
            <a:off x="21247651" y="11499270"/>
            <a:ext cx="8933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728" name="Corsair"/>
          <p:cNvSpPr txBox="1"/>
          <p:nvPr/>
        </p:nvSpPr>
        <p:spPr>
          <a:xfrm>
            <a:off x="20286922" y="12375443"/>
            <a:ext cx="10960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Corsair</a:t>
            </a:r>
          </a:p>
        </p:txBody>
      </p:sp>
      <p:sp>
        <p:nvSpPr>
          <p:cNvPr id="729" name="EVGA"/>
          <p:cNvSpPr txBox="1"/>
          <p:nvPr/>
        </p:nvSpPr>
        <p:spPr>
          <a:xfrm>
            <a:off x="22276403" y="12375443"/>
            <a:ext cx="915620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EVGA</a:t>
            </a:r>
          </a:p>
        </p:txBody>
      </p:sp>
      <p:sp>
        <p:nvSpPr>
          <p:cNvPr id="730" name="Rounded Rectangle"/>
          <p:cNvSpPr/>
          <p:nvPr/>
        </p:nvSpPr>
        <p:spPr>
          <a:xfrm>
            <a:off x="5618250" y="2517290"/>
            <a:ext cx="13644726" cy="13382422"/>
          </a:xfrm>
          <a:prstGeom prst="roundRect">
            <a:avLst>
              <a:gd name="adj" fmla="val 4647"/>
            </a:avLst>
          </a:prstGeom>
          <a:solidFill>
            <a:srgbClr val="FFFFFF">
              <a:alpha val="4667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1" name="Rounded Rectangle"/>
          <p:cNvSpPr/>
          <p:nvPr/>
        </p:nvSpPr>
        <p:spPr>
          <a:xfrm>
            <a:off x="6037612" y="4787547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2" name="Rounded Rectangle"/>
          <p:cNvSpPr/>
          <p:nvPr/>
        </p:nvSpPr>
        <p:spPr>
          <a:xfrm>
            <a:off x="10633636" y="4841048"/>
            <a:ext cx="3878089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3" name="Rounded Rectangle"/>
          <p:cNvSpPr/>
          <p:nvPr/>
        </p:nvSpPr>
        <p:spPr>
          <a:xfrm>
            <a:off x="15217409" y="4787547"/>
            <a:ext cx="3626206" cy="474425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4" name="Rounded Rectangle"/>
          <p:cNvSpPr/>
          <p:nvPr/>
        </p:nvSpPr>
        <p:spPr>
          <a:xfrm>
            <a:off x="5968156" y="27368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5" name="Rounded Rectangle"/>
          <p:cNvSpPr/>
          <p:nvPr/>
        </p:nvSpPr>
        <p:spPr>
          <a:xfrm>
            <a:off x="6025358" y="12033347"/>
            <a:ext cx="3878089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6" name="Rounded Rectangle"/>
          <p:cNvSpPr/>
          <p:nvPr/>
        </p:nvSpPr>
        <p:spPr>
          <a:xfrm>
            <a:off x="10621384" y="12033347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7" name="Rounded Rectangle"/>
          <p:cNvSpPr/>
          <p:nvPr/>
        </p:nvSpPr>
        <p:spPr>
          <a:xfrm>
            <a:off x="15217409" y="12033347"/>
            <a:ext cx="3626206" cy="474425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8" name="Rounded Rectangle"/>
          <p:cNvSpPr/>
          <p:nvPr/>
        </p:nvSpPr>
        <p:spPr>
          <a:xfrm>
            <a:off x="6013747" y="99826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39" name="Resultados nada relevantes ( 💸💸 )"/>
          <p:cNvSpPr txBox="1"/>
          <p:nvPr/>
        </p:nvSpPr>
        <p:spPr>
          <a:xfrm>
            <a:off x="7728341" y="3132558"/>
            <a:ext cx="968867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 nada relevantes ( 💸💸 )</a:t>
            </a:r>
          </a:p>
        </p:txBody>
      </p:sp>
      <p:sp>
        <p:nvSpPr>
          <p:cNvPr id="740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741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742" name="Resultados RELEVANTES à sua pesquisa"/>
          <p:cNvSpPr txBox="1"/>
          <p:nvPr/>
        </p:nvSpPr>
        <p:spPr>
          <a:xfrm>
            <a:off x="6735519" y="10378357"/>
            <a:ext cx="1141018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 RELEVANTES à sua pesquisa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5" name="Rectangle"/>
          <p:cNvSpPr/>
          <p:nvPr/>
        </p:nvSpPr>
        <p:spPr>
          <a:xfrm>
            <a:off x="-1" y="2281409"/>
            <a:ext cx="24384001" cy="11437244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6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7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8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49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0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1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752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3" name="Computador"/>
          <p:cNvSpPr txBox="1"/>
          <p:nvPr/>
        </p:nvSpPr>
        <p:spPr>
          <a:xfrm>
            <a:off x="13144619" y="738784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754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755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756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757" name="Rounded Rectangle"/>
          <p:cNvSpPr/>
          <p:nvPr/>
        </p:nvSpPr>
        <p:spPr>
          <a:xfrm>
            <a:off x="19561551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chemeClr val="accent1">
              <a:hueOff val="114395"/>
              <a:lumOff val="-24975"/>
              <a:alpha val="39678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58" name="Intel"/>
          <p:cNvSpPr txBox="1"/>
          <p:nvPr/>
        </p:nvSpPr>
        <p:spPr>
          <a:xfrm>
            <a:off x="19933964" y="5178953"/>
            <a:ext cx="69006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Intel</a:t>
            </a:r>
          </a:p>
        </p:txBody>
      </p:sp>
      <p:sp>
        <p:nvSpPr>
          <p:cNvPr id="759" name="AMD"/>
          <p:cNvSpPr txBox="1"/>
          <p:nvPr/>
        </p:nvSpPr>
        <p:spPr>
          <a:xfrm>
            <a:off x="22662838" y="5178953"/>
            <a:ext cx="791871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AMD</a:t>
            </a:r>
          </a:p>
        </p:txBody>
      </p:sp>
      <p:sp>
        <p:nvSpPr>
          <p:cNvPr id="760" name="QCS"/>
          <p:cNvSpPr txBox="1"/>
          <p:nvPr/>
        </p:nvSpPr>
        <p:spPr>
          <a:xfrm>
            <a:off x="21261672" y="5178953"/>
            <a:ext cx="76352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QCS</a:t>
            </a:r>
          </a:p>
        </p:txBody>
      </p:sp>
      <p:sp>
        <p:nvSpPr>
          <p:cNvPr id="761" name="I3"/>
          <p:cNvSpPr txBox="1"/>
          <p:nvPr/>
        </p:nvSpPr>
        <p:spPr>
          <a:xfrm>
            <a:off x="20097641" y="5794430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I3</a:t>
            </a:r>
          </a:p>
        </p:txBody>
      </p:sp>
      <p:sp>
        <p:nvSpPr>
          <p:cNvPr id="762" name="I5"/>
          <p:cNvSpPr txBox="1"/>
          <p:nvPr/>
        </p:nvSpPr>
        <p:spPr>
          <a:xfrm>
            <a:off x="20097641" y="6401868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I5</a:t>
            </a:r>
          </a:p>
        </p:txBody>
      </p:sp>
      <p:sp>
        <p:nvSpPr>
          <p:cNvPr id="763" name="I7"/>
          <p:cNvSpPr txBox="1"/>
          <p:nvPr/>
        </p:nvSpPr>
        <p:spPr>
          <a:xfrm>
            <a:off x="20097641" y="7078385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I7</a:t>
            </a:r>
          </a:p>
        </p:txBody>
      </p:sp>
      <p:sp>
        <p:nvSpPr>
          <p:cNvPr id="764" name="R5"/>
          <p:cNvSpPr txBox="1"/>
          <p:nvPr/>
        </p:nvSpPr>
        <p:spPr>
          <a:xfrm>
            <a:off x="22812495" y="5824950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765" name="R7"/>
          <p:cNvSpPr txBox="1"/>
          <p:nvPr/>
        </p:nvSpPr>
        <p:spPr>
          <a:xfrm>
            <a:off x="22812495" y="6451668"/>
            <a:ext cx="492558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766" name="R9"/>
          <p:cNvSpPr txBox="1"/>
          <p:nvPr/>
        </p:nvSpPr>
        <p:spPr>
          <a:xfrm>
            <a:off x="22812495" y="7078385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767" name="SNPD5"/>
          <p:cNvSpPr txBox="1"/>
          <p:nvPr/>
        </p:nvSpPr>
        <p:spPr>
          <a:xfrm>
            <a:off x="21086717" y="5824950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SNPD5</a:t>
            </a:r>
          </a:p>
        </p:txBody>
      </p:sp>
      <p:sp>
        <p:nvSpPr>
          <p:cNvPr id="768" name="SNPD7"/>
          <p:cNvSpPr txBox="1"/>
          <p:nvPr/>
        </p:nvSpPr>
        <p:spPr>
          <a:xfrm>
            <a:off x="21086717" y="6463329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SNPD7</a:t>
            </a:r>
          </a:p>
        </p:txBody>
      </p:sp>
      <p:sp>
        <p:nvSpPr>
          <p:cNvPr id="769" name="SNPD8"/>
          <p:cNvSpPr txBox="1"/>
          <p:nvPr/>
        </p:nvSpPr>
        <p:spPr>
          <a:xfrm>
            <a:off x="21086717" y="7078385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SNPD8</a:t>
            </a:r>
          </a:p>
        </p:txBody>
      </p:sp>
      <p:sp>
        <p:nvSpPr>
          <p:cNvPr id="770" name="Rectangle"/>
          <p:cNvSpPr/>
          <p:nvPr/>
        </p:nvSpPr>
        <p:spPr>
          <a:xfrm>
            <a:off x="19561551" y="290781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1" name="Filtros"/>
          <p:cNvSpPr txBox="1"/>
          <p:nvPr/>
        </p:nvSpPr>
        <p:spPr>
          <a:xfrm>
            <a:off x="20784940" y="31325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772" name="Rectangle"/>
          <p:cNvSpPr/>
          <p:nvPr/>
        </p:nvSpPr>
        <p:spPr>
          <a:xfrm>
            <a:off x="19561551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3" name="Processador"/>
          <p:cNvSpPr txBox="1"/>
          <p:nvPr/>
        </p:nvSpPr>
        <p:spPr>
          <a:xfrm>
            <a:off x="20776431" y="4197510"/>
            <a:ext cx="183581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Processador</a:t>
            </a:r>
          </a:p>
        </p:txBody>
      </p:sp>
      <p:sp>
        <p:nvSpPr>
          <p:cNvPr id="774" name="Rectangle"/>
          <p:cNvSpPr/>
          <p:nvPr/>
        </p:nvSpPr>
        <p:spPr>
          <a:xfrm>
            <a:off x="19561551" y="787241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5" name="Placa-Mãe"/>
          <p:cNvSpPr txBox="1"/>
          <p:nvPr/>
        </p:nvSpPr>
        <p:spPr>
          <a:xfrm>
            <a:off x="20903379" y="8045946"/>
            <a:ext cx="15819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Placa-Mãe</a:t>
            </a:r>
          </a:p>
        </p:txBody>
      </p:sp>
      <p:sp>
        <p:nvSpPr>
          <p:cNvPr id="776" name="Gigabyte"/>
          <p:cNvSpPr txBox="1"/>
          <p:nvPr/>
        </p:nvSpPr>
        <p:spPr>
          <a:xfrm>
            <a:off x="20162564" y="8977818"/>
            <a:ext cx="134477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Gigabyte</a:t>
            </a:r>
          </a:p>
        </p:txBody>
      </p:sp>
      <p:sp>
        <p:nvSpPr>
          <p:cNvPr id="777" name="ASUS"/>
          <p:cNvSpPr txBox="1"/>
          <p:nvPr/>
        </p:nvSpPr>
        <p:spPr>
          <a:xfrm>
            <a:off x="22270764" y="8977818"/>
            <a:ext cx="926898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ASUS</a:t>
            </a:r>
          </a:p>
        </p:txBody>
      </p:sp>
      <p:sp>
        <p:nvSpPr>
          <p:cNvPr id="778" name="X807E"/>
          <p:cNvSpPr txBox="1"/>
          <p:nvPr/>
        </p:nvSpPr>
        <p:spPr>
          <a:xfrm>
            <a:off x="20337367" y="9628561"/>
            <a:ext cx="99517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X807E</a:t>
            </a:r>
          </a:p>
        </p:txBody>
      </p:sp>
      <p:sp>
        <p:nvSpPr>
          <p:cNvPr id="779" name="X850G"/>
          <p:cNvSpPr txBox="1"/>
          <p:nvPr/>
        </p:nvSpPr>
        <p:spPr>
          <a:xfrm>
            <a:off x="22214071" y="10674995"/>
            <a:ext cx="104028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X850G</a:t>
            </a:r>
          </a:p>
        </p:txBody>
      </p:sp>
      <p:sp>
        <p:nvSpPr>
          <p:cNvPr id="780" name="B650"/>
          <p:cNvSpPr txBox="1"/>
          <p:nvPr/>
        </p:nvSpPr>
        <p:spPr>
          <a:xfrm>
            <a:off x="20419206" y="10151778"/>
            <a:ext cx="83149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B650</a:t>
            </a:r>
          </a:p>
        </p:txBody>
      </p:sp>
      <p:sp>
        <p:nvSpPr>
          <p:cNvPr id="781" name="X670"/>
          <p:cNvSpPr txBox="1"/>
          <p:nvPr/>
        </p:nvSpPr>
        <p:spPr>
          <a:xfrm>
            <a:off x="20430483" y="10674995"/>
            <a:ext cx="8089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X670</a:t>
            </a:r>
          </a:p>
        </p:txBody>
      </p:sp>
      <p:sp>
        <p:nvSpPr>
          <p:cNvPr id="782" name="A620"/>
          <p:cNvSpPr txBox="1"/>
          <p:nvPr/>
        </p:nvSpPr>
        <p:spPr>
          <a:xfrm>
            <a:off x="22324104" y="9628561"/>
            <a:ext cx="8202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A620</a:t>
            </a:r>
          </a:p>
        </p:txBody>
      </p:sp>
      <p:sp>
        <p:nvSpPr>
          <p:cNvPr id="783" name="A650M"/>
          <p:cNvSpPr txBox="1"/>
          <p:nvPr/>
        </p:nvSpPr>
        <p:spPr>
          <a:xfrm>
            <a:off x="22191364" y="10151778"/>
            <a:ext cx="108569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A650M</a:t>
            </a:r>
          </a:p>
        </p:txBody>
      </p:sp>
      <p:sp>
        <p:nvSpPr>
          <p:cNvPr id="784" name="Rectangle"/>
          <p:cNvSpPr/>
          <p:nvPr/>
        </p:nvSpPr>
        <p:spPr>
          <a:xfrm>
            <a:off x="19561551" y="11325738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5" name="Fonte"/>
          <p:cNvSpPr txBox="1"/>
          <p:nvPr/>
        </p:nvSpPr>
        <p:spPr>
          <a:xfrm>
            <a:off x="21247651" y="11499270"/>
            <a:ext cx="8933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786" name="Corsair"/>
          <p:cNvSpPr txBox="1"/>
          <p:nvPr/>
        </p:nvSpPr>
        <p:spPr>
          <a:xfrm>
            <a:off x="20286922" y="12375443"/>
            <a:ext cx="10960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Corsair</a:t>
            </a:r>
          </a:p>
        </p:txBody>
      </p:sp>
      <p:sp>
        <p:nvSpPr>
          <p:cNvPr id="787" name="EVGA"/>
          <p:cNvSpPr txBox="1"/>
          <p:nvPr/>
        </p:nvSpPr>
        <p:spPr>
          <a:xfrm>
            <a:off x="22276403" y="12375443"/>
            <a:ext cx="915620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EVGA</a:t>
            </a:r>
          </a:p>
        </p:txBody>
      </p:sp>
      <p:sp>
        <p:nvSpPr>
          <p:cNvPr id="788" name="Rounded Rectangle"/>
          <p:cNvSpPr/>
          <p:nvPr/>
        </p:nvSpPr>
        <p:spPr>
          <a:xfrm>
            <a:off x="5618250" y="2517290"/>
            <a:ext cx="13644726" cy="13382422"/>
          </a:xfrm>
          <a:prstGeom prst="roundRect">
            <a:avLst>
              <a:gd name="adj" fmla="val 4647"/>
            </a:avLst>
          </a:prstGeom>
          <a:solidFill>
            <a:srgbClr val="FFFFFF">
              <a:alpha val="4667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9" name="Rounded Rectangle"/>
          <p:cNvSpPr/>
          <p:nvPr/>
        </p:nvSpPr>
        <p:spPr>
          <a:xfrm>
            <a:off x="6037612" y="4787547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0" name="Rounded Rectangle"/>
          <p:cNvSpPr/>
          <p:nvPr/>
        </p:nvSpPr>
        <p:spPr>
          <a:xfrm>
            <a:off x="10633636" y="4841048"/>
            <a:ext cx="3878089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1" name="Rounded Rectangle"/>
          <p:cNvSpPr/>
          <p:nvPr/>
        </p:nvSpPr>
        <p:spPr>
          <a:xfrm>
            <a:off x="15217409" y="4787547"/>
            <a:ext cx="3626206" cy="474425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2" name="Rounded Rectangle"/>
          <p:cNvSpPr/>
          <p:nvPr/>
        </p:nvSpPr>
        <p:spPr>
          <a:xfrm>
            <a:off x="5968156" y="27368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3" name="Rounded Rectangle"/>
          <p:cNvSpPr/>
          <p:nvPr/>
        </p:nvSpPr>
        <p:spPr>
          <a:xfrm>
            <a:off x="6025358" y="12033347"/>
            <a:ext cx="3878089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4" name="Rounded Rectangle"/>
          <p:cNvSpPr/>
          <p:nvPr/>
        </p:nvSpPr>
        <p:spPr>
          <a:xfrm>
            <a:off x="10621384" y="12033347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5" name="Rounded Rectangle"/>
          <p:cNvSpPr/>
          <p:nvPr/>
        </p:nvSpPr>
        <p:spPr>
          <a:xfrm>
            <a:off x="15217409" y="12033347"/>
            <a:ext cx="3626206" cy="474425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6" name="Rounded Rectangle"/>
          <p:cNvSpPr/>
          <p:nvPr/>
        </p:nvSpPr>
        <p:spPr>
          <a:xfrm>
            <a:off x="6013747" y="99826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97" name="Resultados nada relevantes ( 💸💸 )"/>
          <p:cNvSpPr txBox="1"/>
          <p:nvPr/>
        </p:nvSpPr>
        <p:spPr>
          <a:xfrm>
            <a:off x="7728341" y="3132558"/>
            <a:ext cx="968867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 nada relevantes ( 💸💸 )</a:t>
            </a:r>
          </a:p>
        </p:txBody>
      </p:sp>
      <p:sp>
        <p:nvSpPr>
          <p:cNvPr id="798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799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800" name="Resultados RELEVANTES à sua pesquisa"/>
          <p:cNvSpPr txBox="1"/>
          <p:nvPr/>
        </p:nvSpPr>
        <p:spPr>
          <a:xfrm>
            <a:off x="6735519" y="10378357"/>
            <a:ext cx="1141018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 RELEVANTES à sua pesquisa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Rectangle"/>
          <p:cNvSpPr/>
          <p:nvPr/>
        </p:nvSpPr>
        <p:spPr>
          <a:xfrm>
            <a:off x="-1" y="2281409"/>
            <a:ext cx="24384001" cy="11437244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3" name="Rectangle"/>
          <p:cNvSpPr/>
          <p:nvPr/>
        </p:nvSpPr>
        <p:spPr>
          <a:xfrm>
            <a:off x="-1" y="4573810"/>
            <a:ext cx="5319676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4" name="Rectangle"/>
          <p:cNvSpPr/>
          <p:nvPr/>
        </p:nvSpPr>
        <p:spPr>
          <a:xfrm>
            <a:off x="-1" y="6857031"/>
            <a:ext cx="5319676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5" name="Rectangle"/>
          <p:cNvSpPr/>
          <p:nvPr/>
        </p:nvSpPr>
        <p:spPr>
          <a:xfrm>
            <a:off x="-1" y="9147621"/>
            <a:ext cx="5319676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6" name="Rectangle"/>
          <p:cNvSpPr/>
          <p:nvPr/>
        </p:nvSpPr>
        <p:spPr>
          <a:xfrm>
            <a:off x="0" y="11432652"/>
            <a:ext cx="5319675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7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8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09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810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1" name="Computador"/>
          <p:cNvSpPr txBox="1"/>
          <p:nvPr/>
        </p:nvSpPr>
        <p:spPr>
          <a:xfrm>
            <a:off x="13144619" y="738784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812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813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814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815" name="Rounded Rectangle"/>
          <p:cNvSpPr/>
          <p:nvPr/>
        </p:nvSpPr>
        <p:spPr>
          <a:xfrm>
            <a:off x="19561551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chemeClr val="accent1">
              <a:hueOff val="114395"/>
              <a:lumOff val="-24975"/>
              <a:alpha val="39678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16" name="Intel"/>
          <p:cNvSpPr txBox="1"/>
          <p:nvPr/>
        </p:nvSpPr>
        <p:spPr>
          <a:xfrm>
            <a:off x="19933964" y="5178953"/>
            <a:ext cx="69006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Intel</a:t>
            </a:r>
          </a:p>
        </p:txBody>
      </p:sp>
      <p:sp>
        <p:nvSpPr>
          <p:cNvPr id="817" name="AMD"/>
          <p:cNvSpPr txBox="1"/>
          <p:nvPr/>
        </p:nvSpPr>
        <p:spPr>
          <a:xfrm>
            <a:off x="22662838" y="5178953"/>
            <a:ext cx="791871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AMD</a:t>
            </a:r>
          </a:p>
        </p:txBody>
      </p:sp>
      <p:sp>
        <p:nvSpPr>
          <p:cNvPr id="818" name="QCS"/>
          <p:cNvSpPr txBox="1"/>
          <p:nvPr/>
        </p:nvSpPr>
        <p:spPr>
          <a:xfrm>
            <a:off x="21261672" y="5178953"/>
            <a:ext cx="76352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QCS</a:t>
            </a:r>
          </a:p>
        </p:txBody>
      </p:sp>
      <p:sp>
        <p:nvSpPr>
          <p:cNvPr id="819" name="I3"/>
          <p:cNvSpPr txBox="1"/>
          <p:nvPr/>
        </p:nvSpPr>
        <p:spPr>
          <a:xfrm>
            <a:off x="20097641" y="5794430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I3</a:t>
            </a:r>
          </a:p>
        </p:txBody>
      </p:sp>
      <p:sp>
        <p:nvSpPr>
          <p:cNvPr id="820" name="I5"/>
          <p:cNvSpPr txBox="1"/>
          <p:nvPr/>
        </p:nvSpPr>
        <p:spPr>
          <a:xfrm>
            <a:off x="20097641" y="6401868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I5</a:t>
            </a:r>
          </a:p>
        </p:txBody>
      </p:sp>
      <p:sp>
        <p:nvSpPr>
          <p:cNvPr id="821" name="I7"/>
          <p:cNvSpPr txBox="1"/>
          <p:nvPr/>
        </p:nvSpPr>
        <p:spPr>
          <a:xfrm>
            <a:off x="20097641" y="7078385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I7</a:t>
            </a:r>
          </a:p>
        </p:txBody>
      </p:sp>
      <p:sp>
        <p:nvSpPr>
          <p:cNvPr id="822" name="R5"/>
          <p:cNvSpPr txBox="1"/>
          <p:nvPr/>
        </p:nvSpPr>
        <p:spPr>
          <a:xfrm>
            <a:off x="22812495" y="5824950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823" name="R7"/>
          <p:cNvSpPr txBox="1"/>
          <p:nvPr/>
        </p:nvSpPr>
        <p:spPr>
          <a:xfrm>
            <a:off x="22812495" y="6451668"/>
            <a:ext cx="492558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824" name="R9"/>
          <p:cNvSpPr txBox="1"/>
          <p:nvPr/>
        </p:nvSpPr>
        <p:spPr>
          <a:xfrm>
            <a:off x="22812495" y="7078385"/>
            <a:ext cx="49255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825" name="SNPD5"/>
          <p:cNvSpPr txBox="1"/>
          <p:nvPr/>
        </p:nvSpPr>
        <p:spPr>
          <a:xfrm>
            <a:off x="21086717" y="5824950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SNPD5</a:t>
            </a:r>
          </a:p>
        </p:txBody>
      </p:sp>
      <p:sp>
        <p:nvSpPr>
          <p:cNvPr id="826" name="SNPD7"/>
          <p:cNvSpPr txBox="1"/>
          <p:nvPr/>
        </p:nvSpPr>
        <p:spPr>
          <a:xfrm>
            <a:off x="21086717" y="6463329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SNPD7</a:t>
            </a:r>
          </a:p>
        </p:txBody>
      </p:sp>
      <p:sp>
        <p:nvSpPr>
          <p:cNvPr id="827" name="SNPD8"/>
          <p:cNvSpPr txBox="1"/>
          <p:nvPr/>
        </p:nvSpPr>
        <p:spPr>
          <a:xfrm>
            <a:off x="21086717" y="7078385"/>
            <a:ext cx="11134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SNPD8</a:t>
            </a:r>
          </a:p>
        </p:txBody>
      </p:sp>
      <p:sp>
        <p:nvSpPr>
          <p:cNvPr id="828" name="Rectangle"/>
          <p:cNvSpPr/>
          <p:nvPr/>
        </p:nvSpPr>
        <p:spPr>
          <a:xfrm>
            <a:off x="19561551" y="290781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29" name="Filtros"/>
          <p:cNvSpPr txBox="1"/>
          <p:nvPr/>
        </p:nvSpPr>
        <p:spPr>
          <a:xfrm>
            <a:off x="20784940" y="31325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830" name="Rectangle"/>
          <p:cNvSpPr/>
          <p:nvPr/>
        </p:nvSpPr>
        <p:spPr>
          <a:xfrm>
            <a:off x="19561551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1" name="Processador"/>
          <p:cNvSpPr txBox="1"/>
          <p:nvPr/>
        </p:nvSpPr>
        <p:spPr>
          <a:xfrm>
            <a:off x="20776431" y="4197510"/>
            <a:ext cx="183581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Processador</a:t>
            </a:r>
          </a:p>
        </p:txBody>
      </p:sp>
      <p:sp>
        <p:nvSpPr>
          <p:cNvPr id="832" name="Rectangle"/>
          <p:cNvSpPr/>
          <p:nvPr/>
        </p:nvSpPr>
        <p:spPr>
          <a:xfrm>
            <a:off x="19561551" y="7872413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33" name="Placa-Mãe"/>
          <p:cNvSpPr txBox="1"/>
          <p:nvPr/>
        </p:nvSpPr>
        <p:spPr>
          <a:xfrm>
            <a:off x="20903379" y="8045946"/>
            <a:ext cx="15819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Placa-Mãe</a:t>
            </a:r>
          </a:p>
        </p:txBody>
      </p:sp>
      <p:sp>
        <p:nvSpPr>
          <p:cNvPr id="834" name="Gigabyte"/>
          <p:cNvSpPr txBox="1"/>
          <p:nvPr/>
        </p:nvSpPr>
        <p:spPr>
          <a:xfrm>
            <a:off x="20162564" y="8977818"/>
            <a:ext cx="134477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Gigabyte</a:t>
            </a:r>
          </a:p>
        </p:txBody>
      </p:sp>
      <p:sp>
        <p:nvSpPr>
          <p:cNvPr id="835" name="ASUS"/>
          <p:cNvSpPr txBox="1"/>
          <p:nvPr/>
        </p:nvSpPr>
        <p:spPr>
          <a:xfrm>
            <a:off x="22270764" y="8977818"/>
            <a:ext cx="926898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ASUS</a:t>
            </a:r>
          </a:p>
        </p:txBody>
      </p:sp>
      <p:sp>
        <p:nvSpPr>
          <p:cNvPr id="836" name="X807E"/>
          <p:cNvSpPr txBox="1"/>
          <p:nvPr/>
        </p:nvSpPr>
        <p:spPr>
          <a:xfrm>
            <a:off x="20337367" y="9628561"/>
            <a:ext cx="99517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X807E</a:t>
            </a:r>
          </a:p>
        </p:txBody>
      </p:sp>
      <p:sp>
        <p:nvSpPr>
          <p:cNvPr id="837" name="X850G"/>
          <p:cNvSpPr txBox="1"/>
          <p:nvPr/>
        </p:nvSpPr>
        <p:spPr>
          <a:xfrm>
            <a:off x="22214071" y="10674995"/>
            <a:ext cx="104028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X850G</a:t>
            </a:r>
          </a:p>
        </p:txBody>
      </p:sp>
      <p:sp>
        <p:nvSpPr>
          <p:cNvPr id="838" name="B650"/>
          <p:cNvSpPr txBox="1"/>
          <p:nvPr/>
        </p:nvSpPr>
        <p:spPr>
          <a:xfrm>
            <a:off x="20419206" y="10151778"/>
            <a:ext cx="83149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B650</a:t>
            </a:r>
          </a:p>
        </p:txBody>
      </p:sp>
      <p:sp>
        <p:nvSpPr>
          <p:cNvPr id="839" name="X670"/>
          <p:cNvSpPr txBox="1"/>
          <p:nvPr/>
        </p:nvSpPr>
        <p:spPr>
          <a:xfrm>
            <a:off x="20430483" y="10674995"/>
            <a:ext cx="8089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X670</a:t>
            </a:r>
          </a:p>
        </p:txBody>
      </p:sp>
      <p:sp>
        <p:nvSpPr>
          <p:cNvPr id="840" name="A620"/>
          <p:cNvSpPr txBox="1"/>
          <p:nvPr/>
        </p:nvSpPr>
        <p:spPr>
          <a:xfrm>
            <a:off x="22324104" y="9628561"/>
            <a:ext cx="8202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A620</a:t>
            </a:r>
          </a:p>
        </p:txBody>
      </p:sp>
      <p:sp>
        <p:nvSpPr>
          <p:cNvPr id="841" name="A650M"/>
          <p:cNvSpPr txBox="1"/>
          <p:nvPr/>
        </p:nvSpPr>
        <p:spPr>
          <a:xfrm>
            <a:off x="22191364" y="10151778"/>
            <a:ext cx="108569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A650M</a:t>
            </a:r>
          </a:p>
        </p:txBody>
      </p:sp>
      <p:sp>
        <p:nvSpPr>
          <p:cNvPr id="842" name="Rectangle"/>
          <p:cNvSpPr/>
          <p:nvPr/>
        </p:nvSpPr>
        <p:spPr>
          <a:xfrm>
            <a:off x="19561551" y="11325738"/>
            <a:ext cx="4265572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3" name="Fonte"/>
          <p:cNvSpPr txBox="1"/>
          <p:nvPr/>
        </p:nvSpPr>
        <p:spPr>
          <a:xfrm>
            <a:off x="21247651" y="11499270"/>
            <a:ext cx="8933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844" name="Corsair"/>
          <p:cNvSpPr txBox="1"/>
          <p:nvPr/>
        </p:nvSpPr>
        <p:spPr>
          <a:xfrm>
            <a:off x="20286922" y="12375443"/>
            <a:ext cx="10960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Corsair</a:t>
            </a:r>
          </a:p>
        </p:txBody>
      </p:sp>
      <p:sp>
        <p:nvSpPr>
          <p:cNvPr id="845" name="EVGA"/>
          <p:cNvSpPr txBox="1"/>
          <p:nvPr/>
        </p:nvSpPr>
        <p:spPr>
          <a:xfrm>
            <a:off x="22276403" y="12375443"/>
            <a:ext cx="915620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EVGA</a:t>
            </a:r>
          </a:p>
        </p:txBody>
      </p:sp>
      <p:sp>
        <p:nvSpPr>
          <p:cNvPr id="846" name="Rounded Rectangle"/>
          <p:cNvSpPr/>
          <p:nvPr/>
        </p:nvSpPr>
        <p:spPr>
          <a:xfrm>
            <a:off x="5618250" y="2517290"/>
            <a:ext cx="13644726" cy="13382422"/>
          </a:xfrm>
          <a:prstGeom prst="roundRect">
            <a:avLst>
              <a:gd name="adj" fmla="val 4647"/>
            </a:avLst>
          </a:prstGeom>
          <a:solidFill>
            <a:srgbClr val="FFFFFF">
              <a:alpha val="4667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7" name="Rounded Rectangle"/>
          <p:cNvSpPr/>
          <p:nvPr/>
        </p:nvSpPr>
        <p:spPr>
          <a:xfrm>
            <a:off x="6037612" y="4787547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8" name="Rounded Rectangle"/>
          <p:cNvSpPr/>
          <p:nvPr/>
        </p:nvSpPr>
        <p:spPr>
          <a:xfrm>
            <a:off x="10633636" y="4841048"/>
            <a:ext cx="3878089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49" name="Rounded Rectangle"/>
          <p:cNvSpPr/>
          <p:nvPr/>
        </p:nvSpPr>
        <p:spPr>
          <a:xfrm>
            <a:off x="15217409" y="4787547"/>
            <a:ext cx="3626206" cy="474425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0" name="Rounded Rectangle"/>
          <p:cNvSpPr/>
          <p:nvPr/>
        </p:nvSpPr>
        <p:spPr>
          <a:xfrm>
            <a:off x="5968156" y="27368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1" name="Rounded Rectangle"/>
          <p:cNvSpPr/>
          <p:nvPr/>
        </p:nvSpPr>
        <p:spPr>
          <a:xfrm>
            <a:off x="5985894" y="9982686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2" name="Rounded Rectangle"/>
          <p:cNvSpPr/>
          <p:nvPr/>
        </p:nvSpPr>
        <p:spPr>
          <a:xfrm>
            <a:off x="10581919" y="9982686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3" name="Rounded Rectangle"/>
          <p:cNvSpPr/>
          <p:nvPr/>
        </p:nvSpPr>
        <p:spPr>
          <a:xfrm>
            <a:off x="15177944" y="9982686"/>
            <a:ext cx="3626207" cy="474425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4" name="Rounded Rectangle"/>
          <p:cNvSpPr/>
          <p:nvPr/>
        </p:nvSpPr>
        <p:spPr>
          <a:xfrm>
            <a:off x="5968156" y="172470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55" name="Resultados nada relevantes ( 💸💸 )"/>
          <p:cNvSpPr txBox="1"/>
          <p:nvPr/>
        </p:nvSpPr>
        <p:spPr>
          <a:xfrm>
            <a:off x="7728341" y="16131002"/>
            <a:ext cx="968867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 nada relevantes ( 💸💸 )</a:t>
            </a:r>
          </a:p>
        </p:txBody>
      </p:sp>
      <p:sp>
        <p:nvSpPr>
          <p:cNvPr id="856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857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858" name="Resultados RELEVANTES à sua pesquisa"/>
          <p:cNvSpPr txBox="1"/>
          <p:nvPr/>
        </p:nvSpPr>
        <p:spPr>
          <a:xfrm>
            <a:off x="6867587" y="3159308"/>
            <a:ext cx="1141018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 RELEVANTES à sua pesquisa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/>
        </p:nvSpPr>
        <p:spPr>
          <a:xfrm>
            <a:off x="100291" y="14936333"/>
            <a:ext cx="5119093" cy="2292402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1" name="Rectangle"/>
          <p:cNvSpPr/>
          <p:nvPr/>
        </p:nvSpPr>
        <p:spPr>
          <a:xfrm>
            <a:off x="100291" y="17228734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2" name="Rectangle"/>
          <p:cNvSpPr/>
          <p:nvPr/>
        </p:nvSpPr>
        <p:spPr>
          <a:xfrm>
            <a:off x="100291" y="19511954"/>
            <a:ext cx="5119093" cy="2286001"/>
          </a:xfrm>
          <a:prstGeom prst="rect">
            <a:avLst/>
          </a:prstGeom>
          <a:solidFill>
            <a:schemeClr val="accent3">
              <a:hueOff val="914338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3" name="Rectangle"/>
          <p:cNvSpPr/>
          <p:nvPr/>
        </p:nvSpPr>
        <p:spPr>
          <a:xfrm>
            <a:off x="100291" y="21802545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4" name="Rectangle"/>
          <p:cNvSpPr/>
          <p:nvPr/>
        </p:nvSpPr>
        <p:spPr>
          <a:xfrm>
            <a:off x="100291" y="24087576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5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6" name="Rectangle"/>
          <p:cNvSpPr/>
          <p:nvPr/>
        </p:nvSpPr>
        <p:spPr>
          <a:xfrm>
            <a:off x="-1713" y="2276819"/>
            <a:ext cx="24384001" cy="2292402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7" name="Rectangle"/>
          <p:cNvSpPr/>
          <p:nvPr/>
        </p:nvSpPr>
        <p:spPr>
          <a:xfrm>
            <a:off x="-1713" y="456922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8" name="Rectangle"/>
          <p:cNvSpPr/>
          <p:nvPr/>
        </p:nvSpPr>
        <p:spPr>
          <a:xfrm>
            <a:off x="-1713" y="6852440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69" name="Rectangle"/>
          <p:cNvSpPr/>
          <p:nvPr/>
        </p:nvSpPr>
        <p:spPr>
          <a:xfrm>
            <a:off x="-1713" y="914303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0" name="Rectangle"/>
          <p:cNvSpPr/>
          <p:nvPr/>
        </p:nvSpPr>
        <p:spPr>
          <a:xfrm>
            <a:off x="-1713" y="1142806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1" name="Rounded Rectangle"/>
          <p:cNvSpPr/>
          <p:nvPr/>
        </p:nvSpPr>
        <p:spPr>
          <a:xfrm rot="18900000">
            <a:off x="1125131" y="662311"/>
            <a:ext cx="961379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2" name="Íris"/>
          <p:cNvSpPr txBox="1"/>
          <p:nvPr/>
        </p:nvSpPr>
        <p:spPr>
          <a:xfrm>
            <a:off x="2689835" y="622300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873" name="Rounded Rectangle"/>
          <p:cNvSpPr/>
          <p:nvPr/>
        </p:nvSpPr>
        <p:spPr>
          <a:xfrm>
            <a:off x="6013747" y="508000"/>
            <a:ext cx="17820284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4" name="Computador"/>
          <p:cNvSpPr txBox="1"/>
          <p:nvPr/>
        </p:nvSpPr>
        <p:spPr>
          <a:xfrm>
            <a:off x="13144619" y="738784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875" name="Moda"/>
          <p:cNvSpPr txBox="1"/>
          <p:nvPr/>
        </p:nvSpPr>
        <p:spPr>
          <a:xfrm>
            <a:off x="1817827" y="7595815"/>
            <a:ext cx="16840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876" name="Automotôres"/>
          <p:cNvSpPr txBox="1"/>
          <p:nvPr/>
        </p:nvSpPr>
        <p:spPr>
          <a:xfrm>
            <a:off x="846734" y="5312595"/>
            <a:ext cx="36262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877" name="Eletrônicos"/>
          <p:cNvSpPr txBox="1"/>
          <p:nvPr/>
        </p:nvSpPr>
        <p:spPr>
          <a:xfrm>
            <a:off x="1084478" y="3132558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878" name="Rounded Rectangle"/>
          <p:cNvSpPr/>
          <p:nvPr/>
        </p:nvSpPr>
        <p:spPr>
          <a:xfrm>
            <a:off x="19535308" y="2897183"/>
            <a:ext cx="4265572" cy="10196516"/>
          </a:xfrm>
          <a:prstGeom prst="roundRect">
            <a:avLst>
              <a:gd name="adj" fmla="val 4882"/>
            </a:avLst>
          </a:prstGeom>
          <a:solidFill>
            <a:schemeClr val="accent1">
              <a:hueOff val="114395"/>
              <a:lumOff val="-24975"/>
              <a:alpha val="39678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79" name="Intel"/>
          <p:cNvSpPr txBox="1"/>
          <p:nvPr/>
        </p:nvSpPr>
        <p:spPr>
          <a:xfrm>
            <a:off x="19907721" y="5174363"/>
            <a:ext cx="690068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Intel</a:t>
            </a:r>
          </a:p>
        </p:txBody>
      </p:sp>
      <p:sp>
        <p:nvSpPr>
          <p:cNvPr id="880" name="AMD"/>
          <p:cNvSpPr txBox="1"/>
          <p:nvPr/>
        </p:nvSpPr>
        <p:spPr>
          <a:xfrm>
            <a:off x="22636595" y="5174363"/>
            <a:ext cx="791871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AMD</a:t>
            </a:r>
          </a:p>
        </p:txBody>
      </p:sp>
      <p:sp>
        <p:nvSpPr>
          <p:cNvPr id="881" name="QCS"/>
          <p:cNvSpPr txBox="1"/>
          <p:nvPr/>
        </p:nvSpPr>
        <p:spPr>
          <a:xfrm>
            <a:off x="21235429" y="5174363"/>
            <a:ext cx="76352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QCS</a:t>
            </a:r>
          </a:p>
        </p:txBody>
      </p:sp>
      <p:sp>
        <p:nvSpPr>
          <p:cNvPr id="882" name="I3"/>
          <p:cNvSpPr txBox="1"/>
          <p:nvPr/>
        </p:nvSpPr>
        <p:spPr>
          <a:xfrm>
            <a:off x="20071398" y="5789840"/>
            <a:ext cx="3627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I3</a:t>
            </a:r>
          </a:p>
        </p:txBody>
      </p:sp>
      <p:sp>
        <p:nvSpPr>
          <p:cNvPr id="883" name="I5"/>
          <p:cNvSpPr txBox="1"/>
          <p:nvPr/>
        </p:nvSpPr>
        <p:spPr>
          <a:xfrm>
            <a:off x="20071398" y="6397278"/>
            <a:ext cx="362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I5</a:t>
            </a:r>
          </a:p>
        </p:txBody>
      </p:sp>
      <p:sp>
        <p:nvSpPr>
          <p:cNvPr id="884" name="I7"/>
          <p:cNvSpPr txBox="1"/>
          <p:nvPr/>
        </p:nvSpPr>
        <p:spPr>
          <a:xfrm>
            <a:off x="20071398" y="7073795"/>
            <a:ext cx="3627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I7</a:t>
            </a:r>
          </a:p>
        </p:txBody>
      </p:sp>
      <p:sp>
        <p:nvSpPr>
          <p:cNvPr id="885" name="R5"/>
          <p:cNvSpPr txBox="1"/>
          <p:nvPr/>
        </p:nvSpPr>
        <p:spPr>
          <a:xfrm>
            <a:off x="22786252" y="5820360"/>
            <a:ext cx="492558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R5</a:t>
            </a:r>
          </a:p>
        </p:txBody>
      </p:sp>
      <p:sp>
        <p:nvSpPr>
          <p:cNvPr id="886" name="R7"/>
          <p:cNvSpPr txBox="1"/>
          <p:nvPr/>
        </p:nvSpPr>
        <p:spPr>
          <a:xfrm>
            <a:off x="22786252" y="6447077"/>
            <a:ext cx="492558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R7</a:t>
            </a:r>
          </a:p>
        </p:txBody>
      </p:sp>
      <p:sp>
        <p:nvSpPr>
          <p:cNvPr id="887" name="R9"/>
          <p:cNvSpPr txBox="1"/>
          <p:nvPr/>
        </p:nvSpPr>
        <p:spPr>
          <a:xfrm>
            <a:off x="22786252" y="7073795"/>
            <a:ext cx="492558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R9</a:t>
            </a:r>
          </a:p>
        </p:txBody>
      </p:sp>
      <p:sp>
        <p:nvSpPr>
          <p:cNvPr id="888" name="SNPD5"/>
          <p:cNvSpPr txBox="1"/>
          <p:nvPr/>
        </p:nvSpPr>
        <p:spPr>
          <a:xfrm>
            <a:off x="21060474" y="5820360"/>
            <a:ext cx="111343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SNPD5</a:t>
            </a:r>
          </a:p>
        </p:txBody>
      </p:sp>
      <p:sp>
        <p:nvSpPr>
          <p:cNvPr id="889" name="SNPD7"/>
          <p:cNvSpPr txBox="1"/>
          <p:nvPr/>
        </p:nvSpPr>
        <p:spPr>
          <a:xfrm>
            <a:off x="21060474" y="6458739"/>
            <a:ext cx="111343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SNPD7</a:t>
            </a:r>
          </a:p>
        </p:txBody>
      </p:sp>
      <p:sp>
        <p:nvSpPr>
          <p:cNvPr id="890" name="SNPD8"/>
          <p:cNvSpPr txBox="1"/>
          <p:nvPr/>
        </p:nvSpPr>
        <p:spPr>
          <a:xfrm>
            <a:off x="21060474" y="7073795"/>
            <a:ext cx="111343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SNPD8</a:t>
            </a:r>
          </a:p>
        </p:txBody>
      </p:sp>
      <p:sp>
        <p:nvSpPr>
          <p:cNvPr id="891" name="Rectangle"/>
          <p:cNvSpPr/>
          <p:nvPr/>
        </p:nvSpPr>
        <p:spPr>
          <a:xfrm>
            <a:off x="19535308" y="290322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2" name="Filtros"/>
          <p:cNvSpPr txBox="1"/>
          <p:nvPr/>
        </p:nvSpPr>
        <p:spPr>
          <a:xfrm>
            <a:off x="20758697" y="3127967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893" name="Rectangle"/>
          <p:cNvSpPr/>
          <p:nvPr/>
        </p:nvSpPr>
        <p:spPr>
          <a:xfrm>
            <a:off x="19535308" y="4042602"/>
            <a:ext cx="4265572" cy="808433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4" name="Processador"/>
          <p:cNvSpPr txBox="1"/>
          <p:nvPr/>
        </p:nvSpPr>
        <p:spPr>
          <a:xfrm>
            <a:off x="20750187" y="4192919"/>
            <a:ext cx="183581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Processador</a:t>
            </a:r>
          </a:p>
        </p:txBody>
      </p:sp>
      <p:sp>
        <p:nvSpPr>
          <p:cNvPr id="895" name="Rectangle"/>
          <p:cNvSpPr/>
          <p:nvPr/>
        </p:nvSpPr>
        <p:spPr>
          <a:xfrm>
            <a:off x="19535308" y="7867822"/>
            <a:ext cx="4265572" cy="808433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6" name="Placa-Mãe"/>
          <p:cNvSpPr txBox="1"/>
          <p:nvPr/>
        </p:nvSpPr>
        <p:spPr>
          <a:xfrm>
            <a:off x="20877136" y="8041355"/>
            <a:ext cx="15819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Placa-Mãe</a:t>
            </a:r>
          </a:p>
        </p:txBody>
      </p:sp>
      <p:sp>
        <p:nvSpPr>
          <p:cNvPr id="897" name="Gigabyte"/>
          <p:cNvSpPr txBox="1"/>
          <p:nvPr/>
        </p:nvSpPr>
        <p:spPr>
          <a:xfrm>
            <a:off x="20136321" y="8973228"/>
            <a:ext cx="1344778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Gigabyte</a:t>
            </a:r>
          </a:p>
        </p:txBody>
      </p:sp>
      <p:sp>
        <p:nvSpPr>
          <p:cNvPr id="898" name="ASUS"/>
          <p:cNvSpPr txBox="1"/>
          <p:nvPr/>
        </p:nvSpPr>
        <p:spPr>
          <a:xfrm>
            <a:off x="22244521" y="8973228"/>
            <a:ext cx="926898" cy="461366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ASUS</a:t>
            </a:r>
          </a:p>
        </p:txBody>
      </p:sp>
      <p:sp>
        <p:nvSpPr>
          <p:cNvPr id="899" name="X807E"/>
          <p:cNvSpPr txBox="1"/>
          <p:nvPr/>
        </p:nvSpPr>
        <p:spPr>
          <a:xfrm>
            <a:off x="20311124" y="9623971"/>
            <a:ext cx="99517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X807E</a:t>
            </a:r>
          </a:p>
        </p:txBody>
      </p:sp>
      <p:sp>
        <p:nvSpPr>
          <p:cNvPr id="900" name="X850G"/>
          <p:cNvSpPr txBox="1"/>
          <p:nvPr/>
        </p:nvSpPr>
        <p:spPr>
          <a:xfrm>
            <a:off x="22187828" y="10670405"/>
            <a:ext cx="1040284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X850G</a:t>
            </a:r>
          </a:p>
        </p:txBody>
      </p:sp>
      <p:sp>
        <p:nvSpPr>
          <p:cNvPr id="901" name="B650"/>
          <p:cNvSpPr txBox="1"/>
          <p:nvPr/>
        </p:nvSpPr>
        <p:spPr>
          <a:xfrm>
            <a:off x="20392962" y="10147188"/>
            <a:ext cx="831496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B650</a:t>
            </a:r>
          </a:p>
        </p:txBody>
      </p:sp>
      <p:sp>
        <p:nvSpPr>
          <p:cNvPr id="902" name="X670"/>
          <p:cNvSpPr txBox="1"/>
          <p:nvPr/>
        </p:nvSpPr>
        <p:spPr>
          <a:xfrm>
            <a:off x="20404239" y="10670405"/>
            <a:ext cx="80894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X670</a:t>
            </a:r>
          </a:p>
        </p:txBody>
      </p:sp>
      <p:sp>
        <p:nvSpPr>
          <p:cNvPr id="903" name="A620"/>
          <p:cNvSpPr txBox="1"/>
          <p:nvPr/>
        </p:nvSpPr>
        <p:spPr>
          <a:xfrm>
            <a:off x="22297860" y="9623971"/>
            <a:ext cx="820218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A620</a:t>
            </a:r>
          </a:p>
        </p:txBody>
      </p:sp>
      <p:sp>
        <p:nvSpPr>
          <p:cNvPr id="904" name="A650M"/>
          <p:cNvSpPr txBox="1"/>
          <p:nvPr/>
        </p:nvSpPr>
        <p:spPr>
          <a:xfrm>
            <a:off x="22165121" y="10147188"/>
            <a:ext cx="108569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A650M</a:t>
            </a:r>
          </a:p>
        </p:txBody>
      </p:sp>
      <p:sp>
        <p:nvSpPr>
          <p:cNvPr id="905" name="Rectangle"/>
          <p:cNvSpPr/>
          <p:nvPr/>
        </p:nvSpPr>
        <p:spPr>
          <a:xfrm>
            <a:off x="19535308" y="11321147"/>
            <a:ext cx="4265572" cy="808433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06" name="Fonte"/>
          <p:cNvSpPr txBox="1"/>
          <p:nvPr/>
        </p:nvSpPr>
        <p:spPr>
          <a:xfrm>
            <a:off x="21221408" y="11494680"/>
            <a:ext cx="8933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907" name="Corsair"/>
          <p:cNvSpPr txBox="1"/>
          <p:nvPr/>
        </p:nvSpPr>
        <p:spPr>
          <a:xfrm>
            <a:off x="20260679" y="12370852"/>
            <a:ext cx="109606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Corsair</a:t>
            </a:r>
          </a:p>
        </p:txBody>
      </p:sp>
      <p:sp>
        <p:nvSpPr>
          <p:cNvPr id="908" name="EVGA"/>
          <p:cNvSpPr txBox="1"/>
          <p:nvPr/>
        </p:nvSpPr>
        <p:spPr>
          <a:xfrm>
            <a:off x="22250159" y="12370852"/>
            <a:ext cx="915620" cy="461367"/>
          </a:xfrm>
          <a:prstGeom prst="rect">
            <a:avLst/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EVGA</a:t>
            </a:r>
          </a:p>
        </p:txBody>
      </p:sp>
      <p:sp>
        <p:nvSpPr>
          <p:cNvPr id="909" name="Rounded Rectangle"/>
          <p:cNvSpPr/>
          <p:nvPr/>
        </p:nvSpPr>
        <p:spPr>
          <a:xfrm>
            <a:off x="5618250" y="2517290"/>
            <a:ext cx="13644726" cy="10965482"/>
          </a:xfrm>
          <a:prstGeom prst="roundRect">
            <a:avLst>
              <a:gd name="adj" fmla="val 5671"/>
            </a:avLst>
          </a:prstGeom>
          <a:solidFill>
            <a:srgbClr val="FFFFFF">
              <a:alpha val="4667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0" name="Rounded Rectangle"/>
          <p:cNvSpPr/>
          <p:nvPr/>
        </p:nvSpPr>
        <p:spPr>
          <a:xfrm>
            <a:off x="6063470" y="17843146"/>
            <a:ext cx="3878089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1" name="Rounded Rectangle"/>
          <p:cNvSpPr/>
          <p:nvPr/>
        </p:nvSpPr>
        <p:spPr>
          <a:xfrm>
            <a:off x="10659495" y="17896648"/>
            <a:ext cx="3878089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2" name="Rounded Rectangle"/>
          <p:cNvSpPr/>
          <p:nvPr/>
        </p:nvSpPr>
        <p:spPr>
          <a:xfrm>
            <a:off x="15243268" y="17843146"/>
            <a:ext cx="3626206" cy="474425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3" name="Rounded Rectangle"/>
          <p:cNvSpPr/>
          <p:nvPr/>
        </p:nvSpPr>
        <p:spPr>
          <a:xfrm>
            <a:off x="5968156" y="2736886"/>
            <a:ext cx="12944914" cy="10526290"/>
          </a:xfrm>
          <a:prstGeom prst="roundRect">
            <a:avLst>
              <a:gd name="adj" fmla="val 287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4" name="Rounded Rectangle"/>
          <p:cNvSpPr/>
          <p:nvPr/>
        </p:nvSpPr>
        <p:spPr>
          <a:xfrm>
            <a:off x="6011753" y="23038286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5" name="Rounded Rectangle"/>
          <p:cNvSpPr/>
          <p:nvPr/>
        </p:nvSpPr>
        <p:spPr>
          <a:xfrm>
            <a:off x="10607778" y="23038286"/>
            <a:ext cx="3878088" cy="474425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6" name="Rounded Rectangle"/>
          <p:cNvSpPr/>
          <p:nvPr/>
        </p:nvSpPr>
        <p:spPr>
          <a:xfrm>
            <a:off x="15203803" y="23038286"/>
            <a:ext cx="3626207" cy="474425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7" name="Rounded Rectangle"/>
          <p:cNvSpPr/>
          <p:nvPr/>
        </p:nvSpPr>
        <p:spPr>
          <a:xfrm>
            <a:off x="5968156" y="172470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18" name="Resultados nada relevantes ( 💸💸 )"/>
          <p:cNvSpPr txBox="1"/>
          <p:nvPr/>
        </p:nvSpPr>
        <p:spPr>
          <a:xfrm>
            <a:off x="7728341" y="16131002"/>
            <a:ext cx="968867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 nada relevantes ( 💸💸 )</a:t>
            </a:r>
          </a:p>
        </p:txBody>
      </p:sp>
      <p:sp>
        <p:nvSpPr>
          <p:cNvPr id="919" name="Esportivos"/>
          <p:cNvSpPr txBox="1"/>
          <p:nvPr/>
        </p:nvSpPr>
        <p:spPr>
          <a:xfrm>
            <a:off x="1163421" y="12059073"/>
            <a:ext cx="29928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920" name="Musicais"/>
          <p:cNvSpPr txBox="1"/>
          <p:nvPr/>
        </p:nvSpPr>
        <p:spPr>
          <a:xfrm>
            <a:off x="1400251" y="9877224"/>
            <a:ext cx="2519173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921" name="Resultados RELEVANTES à sua pesquisa"/>
          <p:cNvSpPr txBox="1"/>
          <p:nvPr/>
        </p:nvSpPr>
        <p:spPr>
          <a:xfrm>
            <a:off x="6867587" y="3159308"/>
            <a:ext cx="1141018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 RELEVANTES à sua pesquisa</a:t>
            </a:r>
          </a:p>
        </p:txBody>
      </p:sp>
      <p:sp>
        <p:nvSpPr>
          <p:cNvPr id="922" name="Confeitaria"/>
          <p:cNvSpPr txBox="1"/>
          <p:nvPr/>
        </p:nvSpPr>
        <p:spPr>
          <a:xfrm>
            <a:off x="1328813" y="20255329"/>
            <a:ext cx="307147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Confeitaria</a:t>
            </a:r>
          </a:p>
        </p:txBody>
      </p:sp>
      <p:sp>
        <p:nvSpPr>
          <p:cNvPr id="923" name="Básico"/>
          <p:cNvSpPr txBox="1"/>
          <p:nvPr/>
        </p:nvSpPr>
        <p:spPr>
          <a:xfrm>
            <a:off x="1876234" y="17962962"/>
            <a:ext cx="197662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Básico</a:t>
            </a:r>
          </a:p>
        </p:txBody>
      </p:sp>
      <p:sp>
        <p:nvSpPr>
          <p:cNvPr id="924" name="Bebidas"/>
          <p:cNvSpPr txBox="1"/>
          <p:nvPr/>
        </p:nvSpPr>
        <p:spPr>
          <a:xfrm>
            <a:off x="1689697" y="15672372"/>
            <a:ext cx="234970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Bebidas</a:t>
            </a:r>
          </a:p>
        </p:txBody>
      </p:sp>
      <p:sp>
        <p:nvSpPr>
          <p:cNvPr id="925" name="Limpeza"/>
          <p:cNvSpPr txBox="1"/>
          <p:nvPr/>
        </p:nvSpPr>
        <p:spPr>
          <a:xfrm>
            <a:off x="1655864" y="24718587"/>
            <a:ext cx="24173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Limpeza</a:t>
            </a:r>
          </a:p>
        </p:txBody>
      </p:sp>
      <p:sp>
        <p:nvSpPr>
          <p:cNvPr id="926" name="Higiênicos"/>
          <p:cNvSpPr txBox="1"/>
          <p:nvPr/>
        </p:nvSpPr>
        <p:spPr>
          <a:xfrm>
            <a:off x="1441589" y="22545919"/>
            <a:ext cx="295869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Higiênicos</a:t>
            </a:r>
          </a:p>
        </p:txBody>
      </p:sp>
      <p:pic>
        <p:nvPicPr>
          <p:cNvPr id="92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5291" y="-2416941"/>
            <a:ext cx="2286001" cy="2286001"/>
          </a:xfrm>
          <a:prstGeom prst="rect">
            <a:avLst/>
          </a:prstGeom>
          <a:ln w="12700">
            <a:miter lim="400000"/>
          </a:ln>
        </p:spPr>
      </p:pic>
      <p:sp>
        <p:nvSpPr>
          <p:cNvPr id="928" name="Atacadão"/>
          <p:cNvSpPr txBox="1"/>
          <p:nvPr/>
        </p:nvSpPr>
        <p:spPr>
          <a:xfrm>
            <a:off x="2588235" y="-2106397"/>
            <a:ext cx="3753347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Atacadão</a:t>
            </a:r>
          </a:p>
        </p:txBody>
      </p:sp>
      <p:sp>
        <p:nvSpPr>
          <p:cNvPr id="929" name="Seu Parceirão"/>
          <p:cNvSpPr txBox="1"/>
          <p:nvPr/>
        </p:nvSpPr>
        <p:spPr>
          <a:xfrm>
            <a:off x="2588235" y="-1076485"/>
            <a:ext cx="659348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Seu Parceirão</a:t>
            </a:r>
          </a:p>
        </p:txBody>
      </p:sp>
      <p:sp>
        <p:nvSpPr>
          <p:cNvPr id="930" name="Rounded Rectangle"/>
          <p:cNvSpPr/>
          <p:nvPr/>
        </p:nvSpPr>
        <p:spPr>
          <a:xfrm>
            <a:off x="25058413" y="2897183"/>
            <a:ext cx="4265572" cy="10196516"/>
          </a:xfrm>
          <a:prstGeom prst="roundRect">
            <a:avLst>
              <a:gd name="adj" fmla="val 4882"/>
            </a:avLst>
          </a:prstGeom>
          <a:solidFill>
            <a:srgbClr val="F26400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1" name="Rectangle"/>
          <p:cNvSpPr/>
          <p:nvPr/>
        </p:nvSpPr>
        <p:spPr>
          <a:xfrm>
            <a:off x="25058413" y="2903223"/>
            <a:ext cx="4265572" cy="1270001"/>
          </a:xfrm>
          <a:prstGeom prst="roundRect">
            <a:avLst>
              <a:gd name="adj" fmla="val 0"/>
            </a:avLst>
          </a:prstGeom>
          <a:solidFill>
            <a:srgbClr val="014700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2" name="Filtros"/>
          <p:cNvSpPr txBox="1"/>
          <p:nvPr/>
        </p:nvSpPr>
        <p:spPr>
          <a:xfrm>
            <a:off x="26281800" y="3127967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933" name="Rectangle"/>
          <p:cNvSpPr/>
          <p:nvPr/>
        </p:nvSpPr>
        <p:spPr>
          <a:xfrm>
            <a:off x="25058413" y="4042602"/>
            <a:ext cx="4265572" cy="808433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4" name="Gramagem"/>
          <p:cNvSpPr txBox="1"/>
          <p:nvPr/>
        </p:nvSpPr>
        <p:spPr>
          <a:xfrm>
            <a:off x="26400242" y="4192919"/>
            <a:ext cx="163312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Gramagem</a:t>
            </a:r>
          </a:p>
        </p:txBody>
      </p:sp>
      <p:sp>
        <p:nvSpPr>
          <p:cNvPr id="935" name="Rectangle"/>
          <p:cNvSpPr/>
          <p:nvPr/>
        </p:nvSpPr>
        <p:spPr>
          <a:xfrm>
            <a:off x="25035829" y="8434937"/>
            <a:ext cx="4265573" cy="808433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6" name="Filial / Localização"/>
          <p:cNvSpPr txBox="1"/>
          <p:nvPr/>
        </p:nvSpPr>
        <p:spPr>
          <a:xfrm>
            <a:off x="25909820" y="8608471"/>
            <a:ext cx="261396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Filial / Localização</a:t>
            </a:r>
          </a:p>
        </p:txBody>
      </p:sp>
      <p:sp>
        <p:nvSpPr>
          <p:cNvPr id="937" name="Guarulhos - Centro"/>
          <p:cNvSpPr txBox="1"/>
          <p:nvPr/>
        </p:nvSpPr>
        <p:spPr>
          <a:xfrm>
            <a:off x="25914973" y="9540343"/>
            <a:ext cx="2722474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Guarulhos - Centro</a:t>
            </a:r>
          </a:p>
        </p:txBody>
      </p:sp>
      <p:sp>
        <p:nvSpPr>
          <p:cNvPr id="938" name="São Miguel"/>
          <p:cNvSpPr txBox="1"/>
          <p:nvPr/>
        </p:nvSpPr>
        <p:spPr>
          <a:xfrm>
            <a:off x="26369153" y="10401386"/>
            <a:ext cx="164409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São Miguel</a:t>
            </a:r>
          </a:p>
        </p:txBody>
      </p:sp>
      <p:sp>
        <p:nvSpPr>
          <p:cNvPr id="939" name="Vila Maria"/>
          <p:cNvSpPr txBox="1"/>
          <p:nvPr/>
        </p:nvSpPr>
        <p:spPr>
          <a:xfrm>
            <a:off x="26470802" y="11262428"/>
            <a:ext cx="1440791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Vila Maria</a:t>
            </a:r>
          </a:p>
        </p:txBody>
      </p:sp>
      <p:sp>
        <p:nvSpPr>
          <p:cNvPr id="940" name="200g"/>
          <p:cNvSpPr txBox="1"/>
          <p:nvPr/>
        </p:nvSpPr>
        <p:spPr>
          <a:xfrm>
            <a:off x="26769786" y="5166032"/>
            <a:ext cx="7976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200g</a:t>
            </a:r>
          </a:p>
        </p:txBody>
      </p:sp>
      <p:sp>
        <p:nvSpPr>
          <p:cNvPr id="941" name="380g"/>
          <p:cNvSpPr txBox="1"/>
          <p:nvPr/>
        </p:nvSpPr>
        <p:spPr>
          <a:xfrm>
            <a:off x="26769786" y="5954985"/>
            <a:ext cx="79766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380g</a:t>
            </a:r>
          </a:p>
        </p:txBody>
      </p:sp>
      <p:sp>
        <p:nvSpPr>
          <p:cNvPr id="942" name="1kg"/>
          <p:cNvSpPr txBox="1"/>
          <p:nvPr/>
        </p:nvSpPr>
        <p:spPr>
          <a:xfrm>
            <a:off x="26860158" y="6747610"/>
            <a:ext cx="616917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1kg</a:t>
            </a:r>
          </a:p>
        </p:txBody>
      </p:sp>
      <p:sp>
        <p:nvSpPr>
          <p:cNvPr id="943" name="5kg"/>
          <p:cNvSpPr txBox="1"/>
          <p:nvPr/>
        </p:nvSpPr>
        <p:spPr>
          <a:xfrm>
            <a:off x="26860158" y="7538399"/>
            <a:ext cx="6169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5kg</a:t>
            </a:r>
          </a:p>
        </p:txBody>
      </p:sp>
      <p:sp>
        <p:nvSpPr>
          <p:cNvPr id="944" name="Rectangle"/>
          <p:cNvSpPr/>
          <p:nvPr/>
        </p:nvSpPr>
        <p:spPr>
          <a:xfrm>
            <a:off x="25035829" y="12020768"/>
            <a:ext cx="4265573" cy="808432"/>
          </a:xfrm>
          <a:prstGeom prst="roundRect">
            <a:avLst>
              <a:gd name="adj" fmla="val 0"/>
            </a:avLst>
          </a:prstGeom>
          <a:solidFill>
            <a:srgbClr val="929292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5" name="Marca"/>
          <p:cNvSpPr txBox="1"/>
          <p:nvPr/>
        </p:nvSpPr>
        <p:spPr>
          <a:xfrm>
            <a:off x="26685202" y="12194300"/>
            <a:ext cx="966826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Marca</a:t>
            </a:r>
          </a:p>
        </p:txBody>
      </p:sp>
      <p:sp>
        <p:nvSpPr>
          <p:cNvPr id="946" name="Massa de Bolo"/>
          <p:cNvSpPr txBox="1"/>
          <p:nvPr/>
        </p:nvSpPr>
        <p:spPr>
          <a:xfrm>
            <a:off x="13144619" y="-1751420"/>
            <a:ext cx="419008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Massa de Bolo</a:t>
            </a:r>
          </a:p>
        </p:txBody>
      </p:sp>
      <p:sp>
        <p:nvSpPr>
          <p:cNvPr id="947" name="Tem massa de bolo Dona Benta de 5KG aqui na Vila Maria sim, pode vir buscar depois do faturamento 👍 💸 💸"/>
          <p:cNvSpPr txBox="1"/>
          <p:nvPr/>
        </p:nvSpPr>
        <p:spPr>
          <a:xfrm>
            <a:off x="8411004" y="14928997"/>
            <a:ext cx="8707503" cy="2861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Tem massa de bolo Dona Benta de 5KG aqui na Vila Maria sim, pode vir buscar depois do faturamento 👍 💸 💸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Rectangle"/>
          <p:cNvSpPr/>
          <p:nvPr/>
        </p:nvSpPr>
        <p:spPr>
          <a:xfrm>
            <a:off x="-25060613" y="2276818"/>
            <a:ext cx="24384001" cy="2292403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0" name="Rectangle"/>
          <p:cNvSpPr/>
          <p:nvPr/>
        </p:nvSpPr>
        <p:spPr>
          <a:xfrm>
            <a:off x="-25060613" y="456922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1" name="Rectangle"/>
          <p:cNvSpPr/>
          <p:nvPr/>
        </p:nvSpPr>
        <p:spPr>
          <a:xfrm>
            <a:off x="-25060613" y="6852440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2" name="Rectangle"/>
          <p:cNvSpPr/>
          <p:nvPr/>
        </p:nvSpPr>
        <p:spPr>
          <a:xfrm>
            <a:off x="-25060613" y="914303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3" name="Rectangle"/>
          <p:cNvSpPr/>
          <p:nvPr/>
        </p:nvSpPr>
        <p:spPr>
          <a:xfrm>
            <a:off x="-25060613" y="1142806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4" name="Rectangle"/>
          <p:cNvSpPr/>
          <p:nvPr/>
        </p:nvSpPr>
        <p:spPr>
          <a:xfrm>
            <a:off x="0" y="2276818"/>
            <a:ext cx="5119093" cy="2292402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5" name="Rectangle"/>
          <p:cNvSpPr/>
          <p:nvPr/>
        </p:nvSpPr>
        <p:spPr>
          <a:xfrm>
            <a:off x="0" y="4569220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6" name="Rectangle"/>
          <p:cNvSpPr/>
          <p:nvPr/>
        </p:nvSpPr>
        <p:spPr>
          <a:xfrm>
            <a:off x="0" y="6852440"/>
            <a:ext cx="5119093" cy="2286001"/>
          </a:xfrm>
          <a:prstGeom prst="rect">
            <a:avLst/>
          </a:prstGeom>
          <a:solidFill>
            <a:schemeClr val="accent3">
              <a:hueOff val="914338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7" name="Rectangle"/>
          <p:cNvSpPr/>
          <p:nvPr/>
        </p:nvSpPr>
        <p:spPr>
          <a:xfrm>
            <a:off x="0" y="9143031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8" name="Rectangle"/>
          <p:cNvSpPr/>
          <p:nvPr/>
        </p:nvSpPr>
        <p:spPr>
          <a:xfrm>
            <a:off x="0" y="11428062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9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FF710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0" name="Rounded Rectangle"/>
          <p:cNvSpPr/>
          <p:nvPr/>
        </p:nvSpPr>
        <p:spPr>
          <a:xfrm rot="18900000">
            <a:off x="1263104" y="-4059464"/>
            <a:ext cx="961378" cy="961379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1" name="Íris"/>
          <p:cNvSpPr txBox="1"/>
          <p:nvPr/>
        </p:nvSpPr>
        <p:spPr>
          <a:xfrm>
            <a:off x="2827807" y="-4099475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962" name="Rounded Rectangle"/>
          <p:cNvSpPr/>
          <p:nvPr/>
        </p:nvSpPr>
        <p:spPr>
          <a:xfrm>
            <a:off x="6684506" y="508000"/>
            <a:ext cx="17149525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3" name="Computador"/>
          <p:cNvSpPr txBox="1"/>
          <p:nvPr/>
        </p:nvSpPr>
        <p:spPr>
          <a:xfrm>
            <a:off x="13017619" y="-2645825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964" name="Moda"/>
          <p:cNvSpPr txBox="1"/>
          <p:nvPr/>
        </p:nvSpPr>
        <p:spPr>
          <a:xfrm>
            <a:off x="-7326173" y="7591224"/>
            <a:ext cx="168402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Moda</a:t>
            </a:r>
          </a:p>
        </p:txBody>
      </p:sp>
      <p:sp>
        <p:nvSpPr>
          <p:cNvPr id="965" name="Automotôres"/>
          <p:cNvSpPr txBox="1"/>
          <p:nvPr/>
        </p:nvSpPr>
        <p:spPr>
          <a:xfrm>
            <a:off x="-8297266" y="5308004"/>
            <a:ext cx="362620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Automotôres</a:t>
            </a:r>
          </a:p>
        </p:txBody>
      </p:sp>
      <p:sp>
        <p:nvSpPr>
          <p:cNvPr id="966" name="Eletrônicos"/>
          <p:cNvSpPr txBox="1"/>
          <p:nvPr/>
        </p:nvSpPr>
        <p:spPr>
          <a:xfrm>
            <a:off x="-8059522" y="3127967"/>
            <a:ext cx="31507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Eletrônicos</a:t>
            </a:r>
          </a:p>
        </p:txBody>
      </p:sp>
      <p:sp>
        <p:nvSpPr>
          <p:cNvPr id="967" name="Rounded Rectangle"/>
          <p:cNvSpPr/>
          <p:nvPr/>
        </p:nvSpPr>
        <p:spPr>
          <a:xfrm>
            <a:off x="5618250" y="2517290"/>
            <a:ext cx="13644726" cy="10965482"/>
          </a:xfrm>
          <a:prstGeom prst="roundRect">
            <a:avLst>
              <a:gd name="adj" fmla="val 5671"/>
            </a:avLst>
          </a:prstGeom>
          <a:solidFill>
            <a:srgbClr val="D5D5D5">
              <a:alpha val="4667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8" name="Rounded Rectangle"/>
          <p:cNvSpPr/>
          <p:nvPr/>
        </p:nvSpPr>
        <p:spPr>
          <a:xfrm>
            <a:off x="5968156" y="2736886"/>
            <a:ext cx="12944914" cy="10526290"/>
          </a:xfrm>
          <a:prstGeom prst="roundRect">
            <a:avLst>
              <a:gd name="adj" fmla="val 287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9" name="Rounded Rectangle"/>
          <p:cNvSpPr/>
          <p:nvPr/>
        </p:nvSpPr>
        <p:spPr>
          <a:xfrm>
            <a:off x="5968156" y="172470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70" name="Esportivos"/>
          <p:cNvSpPr txBox="1"/>
          <p:nvPr/>
        </p:nvSpPr>
        <p:spPr>
          <a:xfrm>
            <a:off x="-7980578" y="12054482"/>
            <a:ext cx="2992832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Esportivos</a:t>
            </a:r>
          </a:p>
        </p:txBody>
      </p:sp>
      <p:sp>
        <p:nvSpPr>
          <p:cNvPr id="971" name="Musicais"/>
          <p:cNvSpPr txBox="1"/>
          <p:nvPr/>
        </p:nvSpPr>
        <p:spPr>
          <a:xfrm>
            <a:off x="-7743750" y="9872634"/>
            <a:ext cx="251917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Musicais</a:t>
            </a:r>
          </a:p>
        </p:txBody>
      </p:sp>
      <p:sp>
        <p:nvSpPr>
          <p:cNvPr id="972" name="Resultados"/>
          <p:cNvSpPr txBox="1"/>
          <p:nvPr/>
        </p:nvSpPr>
        <p:spPr>
          <a:xfrm>
            <a:off x="10853671" y="3134007"/>
            <a:ext cx="317388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973" name="Confeitaria"/>
          <p:cNvSpPr txBox="1"/>
          <p:nvPr/>
        </p:nvSpPr>
        <p:spPr>
          <a:xfrm>
            <a:off x="1080771" y="7672015"/>
            <a:ext cx="307147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Confeitaria</a:t>
            </a:r>
          </a:p>
        </p:txBody>
      </p:sp>
      <p:sp>
        <p:nvSpPr>
          <p:cNvPr id="974" name="Básico"/>
          <p:cNvSpPr txBox="1"/>
          <p:nvPr/>
        </p:nvSpPr>
        <p:spPr>
          <a:xfrm>
            <a:off x="1628192" y="5309942"/>
            <a:ext cx="197662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Básico</a:t>
            </a:r>
          </a:p>
        </p:txBody>
      </p:sp>
      <p:sp>
        <p:nvSpPr>
          <p:cNvPr id="975" name="Limpeza"/>
          <p:cNvSpPr txBox="1"/>
          <p:nvPr/>
        </p:nvSpPr>
        <p:spPr>
          <a:xfrm>
            <a:off x="1350861" y="12131701"/>
            <a:ext cx="24173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Limpeza</a:t>
            </a:r>
          </a:p>
        </p:txBody>
      </p:sp>
      <p:sp>
        <p:nvSpPr>
          <p:cNvPr id="976" name="Higiênicos"/>
          <p:cNvSpPr txBox="1"/>
          <p:nvPr/>
        </p:nvSpPr>
        <p:spPr>
          <a:xfrm>
            <a:off x="1080199" y="9973655"/>
            <a:ext cx="295869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Higiênicos</a:t>
            </a:r>
          </a:p>
        </p:txBody>
      </p:sp>
      <p:pic>
        <p:nvPicPr>
          <p:cNvPr id="97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06" y="-4903"/>
            <a:ext cx="2295807" cy="2295806"/>
          </a:xfrm>
          <a:prstGeom prst="rect">
            <a:avLst/>
          </a:prstGeom>
          <a:ln w="12700">
            <a:miter lim="400000"/>
          </a:ln>
        </p:spPr>
      </p:pic>
      <p:sp>
        <p:nvSpPr>
          <p:cNvPr id="978" name="Atacadão"/>
          <p:cNvSpPr txBox="1"/>
          <p:nvPr/>
        </p:nvSpPr>
        <p:spPr>
          <a:xfrm>
            <a:off x="2613635" y="305641"/>
            <a:ext cx="3753347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Atacadão</a:t>
            </a:r>
          </a:p>
        </p:txBody>
      </p:sp>
      <p:sp>
        <p:nvSpPr>
          <p:cNvPr id="979" name="Seu Parceirão"/>
          <p:cNvSpPr txBox="1"/>
          <p:nvPr/>
        </p:nvSpPr>
        <p:spPr>
          <a:xfrm>
            <a:off x="2613635" y="1335553"/>
            <a:ext cx="659348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Seu Parceirão</a:t>
            </a:r>
          </a:p>
        </p:txBody>
      </p:sp>
      <p:sp>
        <p:nvSpPr>
          <p:cNvPr id="980" name="Rounded Rectangle"/>
          <p:cNvSpPr/>
          <p:nvPr/>
        </p:nvSpPr>
        <p:spPr>
          <a:xfrm>
            <a:off x="19648213" y="2977973"/>
            <a:ext cx="4265572" cy="10196516"/>
          </a:xfrm>
          <a:prstGeom prst="roundRect">
            <a:avLst>
              <a:gd name="adj" fmla="val 4882"/>
            </a:avLst>
          </a:prstGeom>
          <a:solidFill>
            <a:srgbClr val="FFFFFF">
              <a:alpha val="3491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1" name="Rectangle"/>
          <p:cNvSpPr/>
          <p:nvPr/>
        </p:nvSpPr>
        <p:spPr>
          <a:xfrm>
            <a:off x="19648213" y="2984013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2" name="Filtros"/>
          <p:cNvSpPr txBox="1"/>
          <p:nvPr/>
        </p:nvSpPr>
        <p:spPr>
          <a:xfrm>
            <a:off x="20871600" y="32087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983" name="Rectangle"/>
          <p:cNvSpPr/>
          <p:nvPr/>
        </p:nvSpPr>
        <p:spPr>
          <a:xfrm>
            <a:off x="19648213" y="4123393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4" name="Gramagem"/>
          <p:cNvSpPr txBox="1"/>
          <p:nvPr/>
        </p:nvSpPr>
        <p:spPr>
          <a:xfrm>
            <a:off x="20990042" y="4273710"/>
            <a:ext cx="163312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Gramagem</a:t>
            </a:r>
          </a:p>
        </p:txBody>
      </p:sp>
      <p:sp>
        <p:nvSpPr>
          <p:cNvPr id="985" name="Rectangle"/>
          <p:cNvSpPr/>
          <p:nvPr/>
        </p:nvSpPr>
        <p:spPr>
          <a:xfrm>
            <a:off x="19625631" y="8515728"/>
            <a:ext cx="4310736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86" name="Filial / Localização"/>
          <p:cNvSpPr txBox="1"/>
          <p:nvPr/>
        </p:nvSpPr>
        <p:spPr>
          <a:xfrm>
            <a:off x="20499620" y="8689261"/>
            <a:ext cx="261396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Filial / Localização</a:t>
            </a:r>
          </a:p>
        </p:txBody>
      </p:sp>
      <p:sp>
        <p:nvSpPr>
          <p:cNvPr id="987" name="Guarulhos - Centro"/>
          <p:cNvSpPr txBox="1"/>
          <p:nvPr/>
        </p:nvSpPr>
        <p:spPr>
          <a:xfrm>
            <a:off x="20504773" y="9621133"/>
            <a:ext cx="272247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Guarulhos - Centro</a:t>
            </a:r>
          </a:p>
        </p:txBody>
      </p:sp>
      <p:sp>
        <p:nvSpPr>
          <p:cNvPr id="988" name="São Miguel"/>
          <p:cNvSpPr txBox="1"/>
          <p:nvPr/>
        </p:nvSpPr>
        <p:spPr>
          <a:xfrm>
            <a:off x="20958953" y="10482176"/>
            <a:ext cx="164409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São Miguel</a:t>
            </a:r>
          </a:p>
        </p:txBody>
      </p:sp>
      <p:sp>
        <p:nvSpPr>
          <p:cNvPr id="989" name="Vila Maria"/>
          <p:cNvSpPr txBox="1"/>
          <p:nvPr/>
        </p:nvSpPr>
        <p:spPr>
          <a:xfrm>
            <a:off x="21060602" y="11343219"/>
            <a:ext cx="1440791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Vila Maria</a:t>
            </a:r>
          </a:p>
        </p:txBody>
      </p:sp>
      <p:sp>
        <p:nvSpPr>
          <p:cNvPr id="990" name="200g"/>
          <p:cNvSpPr txBox="1"/>
          <p:nvPr/>
        </p:nvSpPr>
        <p:spPr>
          <a:xfrm>
            <a:off x="21359586" y="5246822"/>
            <a:ext cx="79766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200g</a:t>
            </a:r>
          </a:p>
        </p:txBody>
      </p:sp>
      <p:sp>
        <p:nvSpPr>
          <p:cNvPr id="991" name="380g"/>
          <p:cNvSpPr txBox="1"/>
          <p:nvPr/>
        </p:nvSpPr>
        <p:spPr>
          <a:xfrm>
            <a:off x="21359586" y="6035776"/>
            <a:ext cx="7976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380g</a:t>
            </a:r>
          </a:p>
        </p:txBody>
      </p:sp>
      <p:sp>
        <p:nvSpPr>
          <p:cNvPr id="992" name="1kg"/>
          <p:cNvSpPr txBox="1"/>
          <p:nvPr/>
        </p:nvSpPr>
        <p:spPr>
          <a:xfrm>
            <a:off x="21449958" y="6828401"/>
            <a:ext cx="616917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1kg</a:t>
            </a:r>
          </a:p>
        </p:txBody>
      </p:sp>
      <p:sp>
        <p:nvSpPr>
          <p:cNvPr id="993" name="5kg"/>
          <p:cNvSpPr txBox="1"/>
          <p:nvPr/>
        </p:nvSpPr>
        <p:spPr>
          <a:xfrm>
            <a:off x="21449958" y="7619189"/>
            <a:ext cx="616917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5kg</a:t>
            </a:r>
          </a:p>
        </p:txBody>
      </p:sp>
      <p:sp>
        <p:nvSpPr>
          <p:cNvPr id="994" name="Rectangle"/>
          <p:cNvSpPr/>
          <p:nvPr/>
        </p:nvSpPr>
        <p:spPr>
          <a:xfrm>
            <a:off x="19648213" y="12131701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5" name="Marca"/>
          <p:cNvSpPr txBox="1"/>
          <p:nvPr/>
        </p:nvSpPr>
        <p:spPr>
          <a:xfrm>
            <a:off x="21275003" y="12275091"/>
            <a:ext cx="966827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Marca</a:t>
            </a:r>
          </a:p>
        </p:txBody>
      </p:sp>
      <p:sp>
        <p:nvSpPr>
          <p:cNvPr id="996" name="Massa de Bolo"/>
          <p:cNvSpPr txBox="1"/>
          <p:nvPr/>
        </p:nvSpPr>
        <p:spPr>
          <a:xfrm>
            <a:off x="13164225" y="738784"/>
            <a:ext cx="419008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Massa de Bolo</a:t>
            </a:r>
          </a:p>
        </p:txBody>
      </p:sp>
      <p:sp>
        <p:nvSpPr>
          <p:cNvPr id="997" name="Música"/>
          <p:cNvSpPr txBox="1"/>
          <p:nvPr/>
        </p:nvSpPr>
        <p:spPr>
          <a:xfrm>
            <a:off x="2613635" y="-1450347"/>
            <a:ext cx="207031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Música</a:t>
            </a:r>
          </a:p>
        </p:txBody>
      </p:sp>
      <p:sp>
        <p:nvSpPr>
          <p:cNvPr id="998" name="Rounded Rectangle"/>
          <p:cNvSpPr/>
          <p:nvPr/>
        </p:nvSpPr>
        <p:spPr>
          <a:xfrm>
            <a:off x="25580419" y="2897183"/>
            <a:ext cx="4265573" cy="10196516"/>
          </a:xfrm>
          <a:prstGeom prst="roundRect">
            <a:avLst>
              <a:gd name="adj" fmla="val 4882"/>
            </a:avLst>
          </a:prstGeom>
          <a:solidFill>
            <a:srgbClr val="FFFFFF">
              <a:alpha val="3491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9" name="Rectangle"/>
          <p:cNvSpPr/>
          <p:nvPr/>
        </p:nvSpPr>
        <p:spPr>
          <a:xfrm>
            <a:off x="25580419" y="2903223"/>
            <a:ext cx="4265573" cy="1270001"/>
          </a:xfrm>
          <a:prstGeom prst="roundRect">
            <a:avLst>
              <a:gd name="adj" fmla="val 0"/>
            </a:avLst>
          </a:prstGeom>
          <a:solidFill>
            <a:schemeClr val="accent3">
              <a:hueOff val="914338"/>
              <a:satOff val="31515"/>
              <a:lumOff val="-30790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0" name="Playlists"/>
          <p:cNvSpPr txBox="1"/>
          <p:nvPr/>
        </p:nvSpPr>
        <p:spPr>
          <a:xfrm>
            <a:off x="26538659" y="3102200"/>
            <a:ext cx="234909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Playlists</a:t>
            </a:r>
          </a:p>
        </p:txBody>
      </p:sp>
      <p:sp>
        <p:nvSpPr>
          <p:cNvPr id="1001" name="Rectangle"/>
          <p:cNvSpPr/>
          <p:nvPr/>
        </p:nvSpPr>
        <p:spPr>
          <a:xfrm>
            <a:off x="25580419" y="4042602"/>
            <a:ext cx="4265573" cy="808433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2" name="Aquela pra acad"/>
          <p:cNvSpPr txBox="1"/>
          <p:nvPr/>
        </p:nvSpPr>
        <p:spPr>
          <a:xfrm>
            <a:off x="26538659" y="4216135"/>
            <a:ext cx="2344217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Aquela pra acad</a:t>
            </a:r>
          </a:p>
        </p:txBody>
      </p:sp>
      <p:sp>
        <p:nvSpPr>
          <p:cNvPr id="1003" name="Zedd"/>
          <p:cNvSpPr txBox="1"/>
          <p:nvPr/>
        </p:nvSpPr>
        <p:spPr>
          <a:xfrm>
            <a:off x="13419532" y="-1269621"/>
            <a:ext cx="15371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Zedd</a:t>
            </a:r>
          </a:p>
        </p:txBody>
      </p:sp>
      <p:sp>
        <p:nvSpPr>
          <p:cNvPr id="1004" name="Rectangle"/>
          <p:cNvSpPr/>
          <p:nvPr/>
        </p:nvSpPr>
        <p:spPr>
          <a:xfrm>
            <a:off x="25580419" y="4807179"/>
            <a:ext cx="4265573" cy="808433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5" name="Sei lá mano, essas são dhr"/>
          <p:cNvSpPr txBox="1"/>
          <p:nvPr/>
        </p:nvSpPr>
        <p:spPr>
          <a:xfrm>
            <a:off x="25849532" y="4980712"/>
            <a:ext cx="377830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Sei lá mano, essas são dhr</a:t>
            </a:r>
          </a:p>
        </p:txBody>
      </p:sp>
      <p:sp>
        <p:nvSpPr>
          <p:cNvPr id="1006" name="Rectangle"/>
          <p:cNvSpPr/>
          <p:nvPr/>
        </p:nvSpPr>
        <p:spPr>
          <a:xfrm>
            <a:off x="25580419" y="5571756"/>
            <a:ext cx="4265573" cy="808433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7" name="Gang SH*T"/>
          <p:cNvSpPr txBox="1"/>
          <p:nvPr/>
        </p:nvSpPr>
        <p:spPr>
          <a:xfrm>
            <a:off x="26894054" y="5748344"/>
            <a:ext cx="163830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Gang SH*T</a:t>
            </a:r>
          </a:p>
        </p:txBody>
      </p:sp>
      <p:sp>
        <p:nvSpPr>
          <p:cNvPr id="1008" name="Rectangle"/>
          <p:cNvSpPr/>
          <p:nvPr/>
        </p:nvSpPr>
        <p:spPr>
          <a:xfrm>
            <a:off x="25580419" y="6266458"/>
            <a:ext cx="4265573" cy="1286615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9" name="Músicas Clássicas…"/>
          <p:cNvSpPr txBox="1"/>
          <p:nvPr/>
        </p:nvSpPr>
        <p:spPr>
          <a:xfrm>
            <a:off x="25697409" y="6512921"/>
            <a:ext cx="4031591" cy="79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  <a:r>
              <a:t>Músicas Clássicas </a:t>
            </a:r>
          </a:p>
          <a:p>
            <a: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  <a:r>
              <a:t>(Agora eu sou o Albert aistai)</a:t>
            </a:r>
          </a:p>
        </p:txBody>
      </p:sp>
      <p:sp>
        <p:nvSpPr>
          <p:cNvPr id="1010" name="Rectangle"/>
          <p:cNvSpPr/>
          <p:nvPr/>
        </p:nvSpPr>
        <p:spPr>
          <a:xfrm>
            <a:off x="0" y="15553160"/>
            <a:ext cx="5119093" cy="2292402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1" name="Rectangle"/>
          <p:cNvSpPr/>
          <p:nvPr/>
        </p:nvSpPr>
        <p:spPr>
          <a:xfrm>
            <a:off x="0" y="17845563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2" name="Rectangle"/>
          <p:cNvSpPr/>
          <p:nvPr/>
        </p:nvSpPr>
        <p:spPr>
          <a:xfrm>
            <a:off x="0" y="20128783"/>
            <a:ext cx="5119093" cy="2286001"/>
          </a:xfrm>
          <a:prstGeom prst="rect">
            <a:avLst/>
          </a:prstGeom>
          <a:solidFill>
            <a:schemeClr val="accent3">
              <a:hueOff val="914338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3" name="Rectangle"/>
          <p:cNvSpPr/>
          <p:nvPr/>
        </p:nvSpPr>
        <p:spPr>
          <a:xfrm>
            <a:off x="0" y="22419374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4" name="Rectangle"/>
          <p:cNvSpPr/>
          <p:nvPr/>
        </p:nvSpPr>
        <p:spPr>
          <a:xfrm>
            <a:off x="0" y="24704405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5" name="Salgados"/>
          <p:cNvSpPr txBox="1"/>
          <p:nvPr/>
        </p:nvSpPr>
        <p:spPr>
          <a:xfrm>
            <a:off x="1080771" y="20948358"/>
            <a:ext cx="266547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Salgados</a:t>
            </a:r>
          </a:p>
        </p:txBody>
      </p:sp>
      <p:sp>
        <p:nvSpPr>
          <p:cNvPr id="1016" name="Pizzas"/>
          <p:cNvSpPr txBox="1"/>
          <p:nvPr/>
        </p:nvSpPr>
        <p:spPr>
          <a:xfrm>
            <a:off x="1628534" y="18584347"/>
            <a:ext cx="186202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Pizzas</a:t>
            </a:r>
          </a:p>
        </p:txBody>
      </p:sp>
      <p:sp>
        <p:nvSpPr>
          <p:cNvPr id="1017" name="Bebidas"/>
          <p:cNvSpPr txBox="1"/>
          <p:nvPr/>
        </p:nvSpPr>
        <p:spPr>
          <a:xfrm>
            <a:off x="1238658" y="3134007"/>
            <a:ext cx="234970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Bebidas</a:t>
            </a:r>
          </a:p>
        </p:txBody>
      </p:sp>
      <p:sp>
        <p:nvSpPr>
          <p:cNvPr id="1018" name="Comida Árabe"/>
          <p:cNvSpPr txBox="1"/>
          <p:nvPr/>
        </p:nvSpPr>
        <p:spPr>
          <a:xfrm>
            <a:off x="629672" y="25410413"/>
            <a:ext cx="403220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Comida Árabe</a:t>
            </a:r>
          </a:p>
        </p:txBody>
      </p:sp>
      <p:sp>
        <p:nvSpPr>
          <p:cNvPr id="1019" name="Pratos Feitos"/>
          <p:cNvSpPr txBox="1"/>
          <p:nvPr/>
        </p:nvSpPr>
        <p:spPr>
          <a:xfrm>
            <a:off x="758902" y="23310431"/>
            <a:ext cx="371520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Pratos Feitos</a:t>
            </a:r>
          </a:p>
        </p:txBody>
      </p:sp>
      <p:sp>
        <p:nvSpPr>
          <p:cNvPr id="1020" name="Pizzaria do Sábio e CIA"/>
          <p:cNvSpPr txBox="1"/>
          <p:nvPr/>
        </p:nvSpPr>
        <p:spPr>
          <a:xfrm>
            <a:off x="2613635" y="-3197821"/>
            <a:ext cx="4557812" cy="1887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Pizzaria do Sábio e CIA</a:t>
            </a:r>
          </a:p>
        </p:txBody>
      </p:sp>
      <p:sp>
        <p:nvSpPr>
          <p:cNvPr id="1021" name="Rounded Rectangle"/>
          <p:cNvSpPr/>
          <p:nvPr/>
        </p:nvSpPr>
        <p:spPr>
          <a:xfrm>
            <a:off x="6256674" y="15026600"/>
            <a:ext cx="3690069" cy="4551274"/>
          </a:xfrm>
          <a:prstGeom prst="roundRect">
            <a:avLst>
              <a:gd name="adj" fmla="val 7867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2" name="Rounded Rectangle"/>
          <p:cNvSpPr/>
          <p:nvPr/>
        </p:nvSpPr>
        <p:spPr>
          <a:xfrm>
            <a:off x="15112917" y="15052000"/>
            <a:ext cx="3558541" cy="4551274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3" name="Rounded Rectangle"/>
          <p:cNvSpPr/>
          <p:nvPr/>
        </p:nvSpPr>
        <p:spPr>
          <a:xfrm>
            <a:off x="6209768" y="20221740"/>
            <a:ext cx="3753348" cy="4551274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4" name="Rounded Rectangle"/>
          <p:cNvSpPr/>
          <p:nvPr/>
        </p:nvSpPr>
        <p:spPr>
          <a:xfrm>
            <a:off x="10702492" y="20222770"/>
            <a:ext cx="3778302" cy="4479153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5" name="Rounded Rectangle"/>
          <p:cNvSpPr/>
          <p:nvPr/>
        </p:nvSpPr>
        <p:spPr>
          <a:xfrm>
            <a:off x="15135262" y="20336067"/>
            <a:ext cx="3536196" cy="4479153"/>
          </a:xfrm>
          <a:prstGeom prst="roundRect">
            <a:avLst>
              <a:gd name="adj" fmla="val 8345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6" name="Rounded Rectangle"/>
          <p:cNvSpPr/>
          <p:nvPr/>
        </p:nvSpPr>
        <p:spPr>
          <a:xfrm>
            <a:off x="10652599" y="15062660"/>
            <a:ext cx="3798813" cy="4479153"/>
          </a:xfrm>
          <a:prstGeom prst="roundRect">
            <a:avLst>
              <a:gd name="adj" fmla="val 7803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7" name="Rounded Rectangle"/>
          <p:cNvSpPr/>
          <p:nvPr/>
        </p:nvSpPr>
        <p:spPr>
          <a:xfrm>
            <a:off x="7862609" y="6264405"/>
            <a:ext cx="9601092" cy="3769921"/>
          </a:xfrm>
          <a:prstGeom prst="roundRect">
            <a:avLst>
              <a:gd name="adj" fmla="val 8027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8" name="Tem massa de bolo Dona Benta de 5KG aqui na Vila Maria sim, pode vir buscar depois do faturamento 👍 💸 💸"/>
          <p:cNvSpPr txBox="1"/>
          <p:nvPr/>
        </p:nvSpPr>
        <p:spPr>
          <a:xfrm>
            <a:off x="8309404" y="6718690"/>
            <a:ext cx="8707503" cy="2861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Tem massa de bolo Dona Benta de 5KG aqui na Vila Maria sim, pode vir buscar depois do faturamento 👍 💸 💸 </a:t>
            </a:r>
          </a:p>
        </p:txBody>
      </p:sp>
      <p:sp>
        <p:nvSpPr>
          <p:cNvPr id="1029" name="Bebidas"/>
          <p:cNvSpPr txBox="1"/>
          <p:nvPr/>
        </p:nvSpPr>
        <p:spPr>
          <a:xfrm>
            <a:off x="1238658" y="16188210"/>
            <a:ext cx="234970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Bebidas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"/>
          <p:cNvSpPr/>
          <p:nvPr/>
        </p:nvSpPr>
        <p:spPr>
          <a:xfrm>
            <a:off x="-59291" y="15718009"/>
            <a:ext cx="5119093" cy="2292402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2" name="Rectangle"/>
          <p:cNvSpPr/>
          <p:nvPr/>
        </p:nvSpPr>
        <p:spPr>
          <a:xfrm>
            <a:off x="-59291" y="18010410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3" name="Rectangle"/>
          <p:cNvSpPr/>
          <p:nvPr/>
        </p:nvSpPr>
        <p:spPr>
          <a:xfrm>
            <a:off x="-59291" y="20293631"/>
            <a:ext cx="5119093" cy="2286001"/>
          </a:xfrm>
          <a:prstGeom prst="rect">
            <a:avLst/>
          </a:prstGeom>
          <a:solidFill>
            <a:schemeClr val="accent3">
              <a:hueOff val="914338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4" name="Rectangle"/>
          <p:cNvSpPr/>
          <p:nvPr/>
        </p:nvSpPr>
        <p:spPr>
          <a:xfrm>
            <a:off x="-59291" y="22584221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5" name="Rectangle"/>
          <p:cNvSpPr/>
          <p:nvPr/>
        </p:nvSpPr>
        <p:spPr>
          <a:xfrm>
            <a:off x="-59291" y="24869252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6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7" name="Rounded Rectangle"/>
          <p:cNvSpPr/>
          <p:nvPr/>
        </p:nvSpPr>
        <p:spPr>
          <a:xfrm rot="18900000">
            <a:off x="1263104" y="-4059464"/>
            <a:ext cx="961378" cy="961379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8" name="Íris"/>
          <p:cNvSpPr txBox="1"/>
          <p:nvPr/>
        </p:nvSpPr>
        <p:spPr>
          <a:xfrm>
            <a:off x="2827807" y="-4099475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1039" name="Rounded Rectangle"/>
          <p:cNvSpPr/>
          <p:nvPr/>
        </p:nvSpPr>
        <p:spPr>
          <a:xfrm>
            <a:off x="6684506" y="508000"/>
            <a:ext cx="17149525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0" name="Rounded Rectangle"/>
          <p:cNvSpPr/>
          <p:nvPr/>
        </p:nvSpPr>
        <p:spPr>
          <a:xfrm>
            <a:off x="5618250" y="2517290"/>
            <a:ext cx="13644726" cy="10965482"/>
          </a:xfrm>
          <a:prstGeom prst="roundRect">
            <a:avLst>
              <a:gd name="adj" fmla="val 5671"/>
            </a:avLst>
          </a:prstGeom>
          <a:solidFill>
            <a:srgbClr val="D5D5D5">
              <a:alpha val="4667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1" name="Rounded Rectangle"/>
          <p:cNvSpPr/>
          <p:nvPr/>
        </p:nvSpPr>
        <p:spPr>
          <a:xfrm>
            <a:off x="5968156" y="2736886"/>
            <a:ext cx="12944914" cy="10526290"/>
          </a:xfrm>
          <a:prstGeom prst="roundRect">
            <a:avLst>
              <a:gd name="adj" fmla="val 2875"/>
            </a:avLst>
          </a:prstGeom>
          <a:solidFill>
            <a:srgbClr val="000000">
              <a:alpha val="50077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2" name="Rounded Rectangle"/>
          <p:cNvSpPr/>
          <p:nvPr/>
        </p:nvSpPr>
        <p:spPr>
          <a:xfrm>
            <a:off x="5968156" y="17247086"/>
            <a:ext cx="12944914" cy="1599775"/>
          </a:xfrm>
          <a:prstGeom prst="roundRect">
            <a:avLst>
              <a:gd name="adj" fmla="val 18916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3" name="Resultados"/>
          <p:cNvSpPr txBox="1"/>
          <p:nvPr/>
        </p:nvSpPr>
        <p:spPr>
          <a:xfrm>
            <a:off x="10853671" y="3134007"/>
            <a:ext cx="317388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1044" name="Confeitaria"/>
          <p:cNvSpPr txBox="1"/>
          <p:nvPr/>
        </p:nvSpPr>
        <p:spPr>
          <a:xfrm>
            <a:off x="1021481" y="21113205"/>
            <a:ext cx="307147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Confeitaria</a:t>
            </a:r>
          </a:p>
        </p:txBody>
      </p:sp>
      <p:sp>
        <p:nvSpPr>
          <p:cNvPr id="1045" name="Básico"/>
          <p:cNvSpPr txBox="1"/>
          <p:nvPr/>
        </p:nvSpPr>
        <p:spPr>
          <a:xfrm>
            <a:off x="1568902" y="18751132"/>
            <a:ext cx="197662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Básico</a:t>
            </a:r>
          </a:p>
        </p:txBody>
      </p:sp>
      <p:sp>
        <p:nvSpPr>
          <p:cNvPr id="1046" name="Bebidas"/>
          <p:cNvSpPr txBox="1"/>
          <p:nvPr/>
        </p:nvSpPr>
        <p:spPr>
          <a:xfrm>
            <a:off x="1411629" y="16543391"/>
            <a:ext cx="234970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Bebidas</a:t>
            </a:r>
          </a:p>
        </p:txBody>
      </p:sp>
      <p:sp>
        <p:nvSpPr>
          <p:cNvPr id="1047" name="Limpeza"/>
          <p:cNvSpPr txBox="1"/>
          <p:nvPr/>
        </p:nvSpPr>
        <p:spPr>
          <a:xfrm>
            <a:off x="1291571" y="25572891"/>
            <a:ext cx="241737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Limpeza</a:t>
            </a:r>
          </a:p>
        </p:txBody>
      </p:sp>
      <p:sp>
        <p:nvSpPr>
          <p:cNvPr id="1048" name="Higiênicos"/>
          <p:cNvSpPr txBox="1"/>
          <p:nvPr/>
        </p:nvSpPr>
        <p:spPr>
          <a:xfrm>
            <a:off x="1020908" y="23414846"/>
            <a:ext cx="295869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Higiênicos</a:t>
            </a:r>
          </a:p>
        </p:txBody>
      </p:sp>
      <p:pic>
        <p:nvPicPr>
          <p:cNvPr id="104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585594" y="-4903"/>
            <a:ext cx="2295807" cy="2295806"/>
          </a:xfrm>
          <a:prstGeom prst="rect">
            <a:avLst/>
          </a:prstGeom>
          <a:ln w="12700">
            <a:miter lim="400000"/>
          </a:ln>
        </p:spPr>
      </p:pic>
      <p:sp>
        <p:nvSpPr>
          <p:cNvPr id="1050" name="Atacadão"/>
          <p:cNvSpPr txBox="1"/>
          <p:nvPr/>
        </p:nvSpPr>
        <p:spPr>
          <a:xfrm>
            <a:off x="2613635" y="-2774911"/>
            <a:ext cx="3753347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Atacadão</a:t>
            </a:r>
          </a:p>
        </p:txBody>
      </p:sp>
      <p:sp>
        <p:nvSpPr>
          <p:cNvPr id="1051" name="Seu Parceirão"/>
          <p:cNvSpPr txBox="1"/>
          <p:nvPr/>
        </p:nvSpPr>
        <p:spPr>
          <a:xfrm>
            <a:off x="2562835" y="-725174"/>
            <a:ext cx="659348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Seu Parceirão</a:t>
            </a:r>
          </a:p>
        </p:txBody>
      </p:sp>
      <p:sp>
        <p:nvSpPr>
          <p:cNvPr id="1052" name="Rounded Rectangle"/>
          <p:cNvSpPr/>
          <p:nvPr/>
        </p:nvSpPr>
        <p:spPr>
          <a:xfrm>
            <a:off x="30637506" y="3051107"/>
            <a:ext cx="4265572" cy="10196516"/>
          </a:xfrm>
          <a:prstGeom prst="roundRect">
            <a:avLst>
              <a:gd name="adj" fmla="val 4882"/>
            </a:avLst>
          </a:prstGeom>
          <a:solidFill>
            <a:srgbClr val="FFFFFF">
              <a:alpha val="3491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3" name="Rectangle"/>
          <p:cNvSpPr/>
          <p:nvPr/>
        </p:nvSpPr>
        <p:spPr>
          <a:xfrm>
            <a:off x="30637506" y="3057148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4">
              <a:hueOff val="-1247790"/>
              <a:lumOff val="-12326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4" name="Filtros"/>
          <p:cNvSpPr txBox="1"/>
          <p:nvPr/>
        </p:nvSpPr>
        <p:spPr>
          <a:xfrm>
            <a:off x="31860895" y="3281892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1055" name="Rectangle"/>
          <p:cNvSpPr/>
          <p:nvPr/>
        </p:nvSpPr>
        <p:spPr>
          <a:xfrm>
            <a:off x="30637506" y="4196527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6" name="Gramagem"/>
          <p:cNvSpPr txBox="1"/>
          <p:nvPr/>
        </p:nvSpPr>
        <p:spPr>
          <a:xfrm>
            <a:off x="31979337" y="4346844"/>
            <a:ext cx="163312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Gramagem</a:t>
            </a:r>
          </a:p>
        </p:txBody>
      </p:sp>
      <p:sp>
        <p:nvSpPr>
          <p:cNvPr id="1057" name="Rectangle"/>
          <p:cNvSpPr/>
          <p:nvPr/>
        </p:nvSpPr>
        <p:spPr>
          <a:xfrm>
            <a:off x="30614925" y="8588862"/>
            <a:ext cx="4310736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58" name="Filial / Localização"/>
          <p:cNvSpPr txBox="1"/>
          <p:nvPr/>
        </p:nvSpPr>
        <p:spPr>
          <a:xfrm>
            <a:off x="31488915" y="8762396"/>
            <a:ext cx="261396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Filial / Localização</a:t>
            </a:r>
          </a:p>
        </p:txBody>
      </p:sp>
      <p:sp>
        <p:nvSpPr>
          <p:cNvPr id="1059" name="Guarulhos - Centro"/>
          <p:cNvSpPr txBox="1"/>
          <p:nvPr/>
        </p:nvSpPr>
        <p:spPr>
          <a:xfrm>
            <a:off x="31494068" y="9694267"/>
            <a:ext cx="272247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Guarulhos - Centro</a:t>
            </a:r>
          </a:p>
        </p:txBody>
      </p:sp>
      <p:sp>
        <p:nvSpPr>
          <p:cNvPr id="1060" name="São Miguel"/>
          <p:cNvSpPr txBox="1"/>
          <p:nvPr/>
        </p:nvSpPr>
        <p:spPr>
          <a:xfrm>
            <a:off x="31948248" y="10555310"/>
            <a:ext cx="164409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São Miguel</a:t>
            </a:r>
          </a:p>
        </p:txBody>
      </p:sp>
      <p:sp>
        <p:nvSpPr>
          <p:cNvPr id="1061" name="Vila Maria"/>
          <p:cNvSpPr txBox="1"/>
          <p:nvPr/>
        </p:nvSpPr>
        <p:spPr>
          <a:xfrm>
            <a:off x="32049897" y="11416353"/>
            <a:ext cx="1440791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Vila Maria</a:t>
            </a:r>
          </a:p>
        </p:txBody>
      </p:sp>
      <p:sp>
        <p:nvSpPr>
          <p:cNvPr id="1062" name="200g"/>
          <p:cNvSpPr txBox="1"/>
          <p:nvPr/>
        </p:nvSpPr>
        <p:spPr>
          <a:xfrm>
            <a:off x="32348881" y="5319957"/>
            <a:ext cx="79766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200g</a:t>
            </a:r>
          </a:p>
        </p:txBody>
      </p:sp>
      <p:sp>
        <p:nvSpPr>
          <p:cNvPr id="1063" name="380g"/>
          <p:cNvSpPr txBox="1"/>
          <p:nvPr/>
        </p:nvSpPr>
        <p:spPr>
          <a:xfrm>
            <a:off x="32348881" y="6108910"/>
            <a:ext cx="797662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380g</a:t>
            </a:r>
          </a:p>
        </p:txBody>
      </p:sp>
      <p:sp>
        <p:nvSpPr>
          <p:cNvPr id="1064" name="1kg"/>
          <p:cNvSpPr txBox="1"/>
          <p:nvPr/>
        </p:nvSpPr>
        <p:spPr>
          <a:xfrm>
            <a:off x="32439254" y="6901535"/>
            <a:ext cx="616916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1kg</a:t>
            </a:r>
          </a:p>
        </p:txBody>
      </p:sp>
      <p:sp>
        <p:nvSpPr>
          <p:cNvPr id="1065" name="5kg"/>
          <p:cNvSpPr txBox="1"/>
          <p:nvPr/>
        </p:nvSpPr>
        <p:spPr>
          <a:xfrm>
            <a:off x="32439254" y="7692324"/>
            <a:ext cx="616916" cy="461366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5kg</a:t>
            </a:r>
          </a:p>
        </p:txBody>
      </p:sp>
      <p:sp>
        <p:nvSpPr>
          <p:cNvPr id="1066" name="Rectangle"/>
          <p:cNvSpPr/>
          <p:nvPr/>
        </p:nvSpPr>
        <p:spPr>
          <a:xfrm>
            <a:off x="30637506" y="12204835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67" name="Marca"/>
          <p:cNvSpPr txBox="1"/>
          <p:nvPr/>
        </p:nvSpPr>
        <p:spPr>
          <a:xfrm>
            <a:off x="32264297" y="12348225"/>
            <a:ext cx="966826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Marca</a:t>
            </a:r>
          </a:p>
        </p:txBody>
      </p:sp>
      <p:sp>
        <p:nvSpPr>
          <p:cNvPr id="1068" name="Massa de Bolo"/>
          <p:cNvSpPr txBox="1"/>
          <p:nvPr/>
        </p:nvSpPr>
        <p:spPr>
          <a:xfrm>
            <a:off x="14434225" y="-2055456"/>
            <a:ext cx="419008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Massa de Bolo</a:t>
            </a:r>
          </a:p>
        </p:txBody>
      </p:sp>
      <p:sp>
        <p:nvSpPr>
          <p:cNvPr id="1069" name="Música"/>
          <p:cNvSpPr txBox="1"/>
          <p:nvPr/>
        </p:nvSpPr>
        <p:spPr>
          <a:xfrm>
            <a:off x="2613635" y="-1450347"/>
            <a:ext cx="207031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Música</a:t>
            </a:r>
          </a:p>
        </p:txBody>
      </p:sp>
      <p:sp>
        <p:nvSpPr>
          <p:cNvPr id="1070" name="Zedd"/>
          <p:cNvSpPr txBox="1"/>
          <p:nvPr/>
        </p:nvSpPr>
        <p:spPr>
          <a:xfrm>
            <a:off x="13419532" y="-1269621"/>
            <a:ext cx="15371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Zedd</a:t>
            </a:r>
          </a:p>
        </p:txBody>
      </p:sp>
      <p:sp>
        <p:nvSpPr>
          <p:cNvPr id="1071" name="Rounded Rectangle"/>
          <p:cNvSpPr/>
          <p:nvPr/>
        </p:nvSpPr>
        <p:spPr>
          <a:xfrm>
            <a:off x="7785913" y="15256005"/>
            <a:ext cx="9601092" cy="3769920"/>
          </a:xfrm>
          <a:prstGeom prst="roundRect">
            <a:avLst>
              <a:gd name="adj" fmla="val 8027"/>
            </a:avLst>
          </a:prstGeom>
          <a:solidFill>
            <a:schemeClr val="accent1">
              <a:hueOff val="114395"/>
              <a:lumOff val="-24975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2" name="Tem massa de bolo Dona Benta de 5KG aqui na Vila Maria sim, pode vir buscar depois do faturamento 👍 💸 💸"/>
          <p:cNvSpPr txBox="1"/>
          <p:nvPr/>
        </p:nvSpPr>
        <p:spPr>
          <a:xfrm>
            <a:off x="8232708" y="15710290"/>
            <a:ext cx="8707503" cy="28613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Tem massa de bolo Dona Benta de 5KG aqui na Vila Maria sim, pode vir buscar depois do faturamento 👍 💸 💸 </a:t>
            </a:r>
          </a:p>
        </p:txBody>
      </p:sp>
      <p:sp>
        <p:nvSpPr>
          <p:cNvPr id="1073" name="Pizzaria do Sábio e CIA"/>
          <p:cNvSpPr txBox="1"/>
          <p:nvPr/>
        </p:nvSpPr>
        <p:spPr>
          <a:xfrm>
            <a:off x="2004035" y="149712"/>
            <a:ext cx="4557812" cy="1887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Pizzaria do Sábio e CIA</a:t>
            </a:r>
          </a:p>
        </p:txBody>
      </p:sp>
      <p:sp>
        <p:nvSpPr>
          <p:cNvPr id="1074" name="🍕"/>
          <p:cNvSpPr txBox="1"/>
          <p:nvPr/>
        </p:nvSpPr>
        <p:spPr>
          <a:xfrm>
            <a:off x="273050" y="-24278"/>
            <a:ext cx="2295806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🍕</a:t>
            </a:r>
          </a:p>
        </p:txBody>
      </p:sp>
      <p:sp>
        <p:nvSpPr>
          <p:cNvPr id="1075" name="Coxinha"/>
          <p:cNvSpPr txBox="1"/>
          <p:nvPr/>
        </p:nvSpPr>
        <p:spPr>
          <a:xfrm>
            <a:off x="14078929" y="738784"/>
            <a:ext cx="236067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Coxinha</a:t>
            </a:r>
          </a:p>
        </p:txBody>
      </p:sp>
      <p:sp>
        <p:nvSpPr>
          <p:cNvPr id="1076" name="Rectangle"/>
          <p:cNvSpPr/>
          <p:nvPr/>
        </p:nvSpPr>
        <p:spPr>
          <a:xfrm>
            <a:off x="-8148" y="2281409"/>
            <a:ext cx="5119093" cy="229240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7" name="Rectangle"/>
          <p:cNvSpPr/>
          <p:nvPr/>
        </p:nvSpPr>
        <p:spPr>
          <a:xfrm>
            <a:off x="-8148" y="4573811"/>
            <a:ext cx="5119093" cy="2286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8" name="Rectangle"/>
          <p:cNvSpPr/>
          <p:nvPr/>
        </p:nvSpPr>
        <p:spPr>
          <a:xfrm>
            <a:off x="-8148" y="6857031"/>
            <a:ext cx="5119093" cy="2286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79" name="Rectangle"/>
          <p:cNvSpPr/>
          <p:nvPr/>
        </p:nvSpPr>
        <p:spPr>
          <a:xfrm>
            <a:off x="-8148" y="9147622"/>
            <a:ext cx="5119093" cy="2286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0" name="Rectangle"/>
          <p:cNvSpPr/>
          <p:nvPr/>
        </p:nvSpPr>
        <p:spPr>
          <a:xfrm>
            <a:off x="-8148" y="11432653"/>
            <a:ext cx="5119093" cy="22860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1" name="Salgados"/>
          <p:cNvSpPr txBox="1"/>
          <p:nvPr/>
        </p:nvSpPr>
        <p:spPr>
          <a:xfrm>
            <a:off x="1304885" y="7676605"/>
            <a:ext cx="2665477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Salgados</a:t>
            </a:r>
          </a:p>
        </p:txBody>
      </p:sp>
      <p:sp>
        <p:nvSpPr>
          <p:cNvPr id="1082" name="Pizzas"/>
          <p:cNvSpPr txBox="1"/>
          <p:nvPr/>
        </p:nvSpPr>
        <p:spPr>
          <a:xfrm>
            <a:off x="1569244" y="5312595"/>
            <a:ext cx="186202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Pizzas</a:t>
            </a:r>
          </a:p>
        </p:txBody>
      </p:sp>
      <p:sp>
        <p:nvSpPr>
          <p:cNvPr id="1083" name="Bebidas"/>
          <p:cNvSpPr txBox="1"/>
          <p:nvPr/>
        </p:nvSpPr>
        <p:spPr>
          <a:xfrm>
            <a:off x="1462772" y="3106790"/>
            <a:ext cx="234970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Bebidas</a:t>
            </a:r>
          </a:p>
        </p:txBody>
      </p:sp>
      <p:sp>
        <p:nvSpPr>
          <p:cNvPr id="1084" name="Comida Árabe"/>
          <p:cNvSpPr txBox="1"/>
          <p:nvPr/>
        </p:nvSpPr>
        <p:spPr>
          <a:xfrm>
            <a:off x="535298" y="12171436"/>
            <a:ext cx="403220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Comida Árabe</a:t>
            </a:r>
          </a:p>
        </p:txBody>
      </p:sp>
      <p:sp>
        <p:nvSpPr>
          <p:cNvPr id="1085" name="Pratos Feitos"/>
          <p:cNvSpPr txBox="1"/>
          <p:nvPr/>
        </p:nvSpPr>
        <p:spPr>
          <a:xfrm>
            <a:off x="780020" y="10034325"/>
            <a:ext cx="37152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Pratos Feitos</a:t>
            </a:r>
          </a:p>
        </p:txBody>
      </p:sp>
      <p:sp>
        <p:nvSpPr>
          <p:cNvPr id="1086" name="Rounded Rectangle"/>
          <p:cNvSpPr/>
          <p:nvPr/>
        </p:nvSpPr>
        <p:spPr>
          <a:xfrm>
            <a:off x="19615063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rgbClr val="D5D5D5">
              <a:alpha val="3491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D5D5D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7" name="Rectangle"/>
          <p:cNvSpPr/>
          <p:nvPr/>
        </p:nvSpPr>
        <p:spPr>
          <a:xfrm>
            <a:off x="19615063" y="2907814"/>
            <a:ext cx="4265572" cy="1270001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8" name="Filtros"/>
          <p:cNvSpPr txBox="1"/>
          <p:nvPr/>
        </p:nvSpPr>
        <p:spPr>
          <a:xfrm>
            <a:off x="20838450" y="3132558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1089" name="Rectangle"/>
          <p:cNvSpPr/>
          <p:nvPr/>
        </p:nvSpPr>
        <p:spPr>
          <a:xfrm>
            <a:off x="19615063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0" name="Tamanho"/>
          <p:cNvSpPr txBox="1"/>
          <p:nvPr/>
        </p:nvSpPr>
        <p:spPr>
          <a:xfrm>
            <a:off x="21026871" y="4204314"/>
            <a:ext cx="1356666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Tamanho</a:t>
            </a:r>
          </a:p>
        </p:txBody>
      </p:sp>
      <p:sp>
        <p:nvSpPr>
          <p:cNvPr id="1091" name="Rectangle"/>
          <p:cNvSpPr/>
          <p:nvPr/>
        </p:nvSpPr>
        <p:spPr>
          <a:xfrm>
            <a:off x="19592481" y="8439528"/>
            <a:ext cx="4310736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2" name="Recheio"/>
          <p:cNvSpPr txBox="1"/>
          <p:nvPr/>
        </p:nvSpPr>
        <p:spPr>
          <a:xfrm>
            <a:off x="21134744" y="8608471"/>
            <a:ext cx="122621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Recheio</a:t>
            </a:r>
          </a:p>
        </p:txBody>
      </p:sp>
      <p:sp>
        <p:nvSpPr>
          <p:cNvPr id="1093" name="Carne Moída"/>
          <p:cNvSpPr txBox="1"/>
          <p:nvPr/>
        </p:nvSpPr>
        <p:spPr>
          <a:xfrm>
            <a:off x="20787549" y="9678543"/>
            <a:ext cx="1875436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Carne Moída</a:t>
            </a:r>
          </a:p>
        </p:txBody>
      </p:sp>
      <p:sp>
        <p:nvSpPr>
          <p:cNvPr id="1094" name="Frango"/>
          <p:cNvSpPr txBox="1"/>
          <p:nvPr/>
        </p:nvSpPr>
        <p:spPr>
          <a:xfrm>
            <a:off x="21210944" y="10408978"/>
            <a:ext cx="107381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Frango</a:t>
            </a:r>
          </a:p>
        </p:txBody>
      </p:sp>
      <p:sp>
        <p:nvSpPr>
          <p:cNvPr id="1095" name="Queijo"/>
          <p:cNvSpPr txBox="1"/>
          <p:nvPr/>
        </p:nvSpPr>
        <p:spPr>
          <a:xfrm>
            <a:off x="21253158" y="11266546"/>
            <a:ext cx="989382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Queijo</a:t>
            </a:r>
          </a:p>
        </p:txBody>
      </p:sp>
      <p:sp>
        <p:nvSpPr>
          <p:cNvPr id="1096" name="Média"/>
          <p:cNvSpPr txBox="1"/>
          <p:nvPr/>
        </p:nvSpPr>
        <p:spPr>
          <a:xfrm>
            <a:off x="21247492" y="6760734"/>
            <a:ext cx="95554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Média</a:t>
            </a:r>
          </a:p>
        </p:txBody>
      </p:sp>
      <p:sp>
        <p:nvSpPr>
          <p:cNvPr id="1097" name="Grande"/>
          <p:cNvSpPr txBox="1"/>
          <p:nvPr/>
        </p:nvSpPr>
        <p:spPr>
          <a:xfrm>
            <a:off x="21178149" y="5929479"/>
            <a:ext cx="1124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Grande</a:t>
            </a:r>
          </a:p>
        </p:txBody>
      </p:sp>
      <p:sp>
        <p:nvSpPr>
          <p:cNvPr id="1098" name="Pequena"/>
          <p:cNvSpPr txBox="1"/>
          <p:nvPr/>
        </p:nvSpPr>
        <p:spPr>
          <a:xfrm>
            <a:off x="21064002" y="7553359"/>
            <a:ext cx="132252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Pequena</a:t>
            </a:r>
          </a:p>
        </p:txBody>
      </p:sp>
      <p:sp>
        <p:nvSpPr>
          <p:cNvPr id="1099" name="Família"/>
          <p:cNvSpPr txBox="1"/>
          <p:nvPr/>
        </p:nvSpPr>
        <p:spPr>
          <a:xfrm>
            <a:off x="21185465" y="5063494"/>
            <a:ext cx="1079602" cy="461367"/>
          </a:xfrm>
          <a:prstGeom prst="rect">
            <a:avLst/>
          </a:prstGeom>
          <a:gradFill>
            <a:gsLst>
              <a:gs pos="0">
                <a:schemeClr val="accent4">
                  <a:hueOff val="348544"/>
                  <a:lumOff val="7139"/>
                </a:schemeClr>
              </a:gs>
              <a:gs pos="100000">
                <a:schemeClr val="accent4">
                  <a:hueOff val="-476017"/>
                  <a:lumOff val="-10042"/>
                </a:schemeClr>
              </a:gs>
            </a:gsLst>
            <a:lin ang="5400000"/>
          </a:gra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Família</a:t>
            </a:r>
          </a:p>
        </p:txBody>
      </p:sp>
      <p:sp>
        <p:nvSpPr>
          <p:cNvPr id="1100" name="Calabresa"/>
          <p:cNvSpPr txBox="1"/>
          <p:nvPr/>
        </p:nvSpPr>
        <p:spPr>
          <a:xfrm>
            <a:off x="20982316" y="12204835"/>
            <a:ext cx="148590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5E5E5E"/>
                </a:solidFill>
              </a:defRPr>
            </a:lvl1pPr>
          </a:lstStyle>
          <a:p>
            <a:pPr/>
            <a:r>
              <a:t>Calabresa</a:t>
            </a:r>
          </a:p>
        </p:txBody>
      </p:sp>
      <p:sp>
        <p:nvSpPr>
          <p:cNvPr id="1101" name="Rounded Rectangle"/>
          <p:cNvSpPr/>
          <p:nvPr/>
        </p:nvSpPr>
        <p:spPr>
          <a:xfrm>
            <a:off x="6251490" y="4316373"/>
            <a:ext cx="3690069" cy="4551274"/>
          </a:xfrm>
          <a:prstGeom prst="roundRect">
            <a:avLst>
              <a:gd name="adj" fmla="val 7867"/>
            </a:avLst>
          </a:prstGeom>
          <a:solidFill>
            <a:srgbClr val="000000">
              <a:alpha val="50077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2" name="Rounded Rectangle"/>
          <p:cNvSpPr/>
          <p:nvPr/>
        </p:nvSpPr>
        <p:spPr>
          <a:xfrm>
            <a:off x="15107733" y="4341773"/>
            <a:ext cx="3558541" cy="4551274"/>
          </a:xfrm>
          <a:prstGeom prst="roundRect">
            <a:avLst>
              <a:gd name="adj" fmla="val 8345"/>
            </a:avLst>
          </a:prstGeom>
          <a:solidFill>
            <a:srgbClr val="000000">
              <a:alpha val="50077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3" name="Rounded Rectangle"/>
          <p:cNvSpPr/>
          <p:nvPr/>
        </p:nvSpPr>
        <p:spPr>
          <a:xfrm>
            <a:off x="6204584" y="9511514"/>
            <a:ext cx="3753347" cy="4551273"/>
          </a:xfrm>
          <a:prstGeom prst="roundRect">
            <a:avLst>
              <a:gd name="adj" fmla="val 7803"/>
            </a:avLst>
          </a:prstGeom>
          <a:solidFill>
            <a:srgbClr val="000000">
              <a:alpha val="50077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4" name="Rounded Rectangle"/>
          <p:cNvSpPr/>
          <p:nvPr/>
        </p:nvSpPr>
        <p:spPr>
          <a:xfrm>
            <a:off x="10697309" y="9512543"/>
            <a:ext cx="3778301" cy="4479153"/>
          </a:xfrm>
          <a:prstGeom prst="roundRect">
            <a:avLst>
              <a:gd name="adj" fmla="val 7803"/>
            </a:avLst>
          </a:prstGeom>
          <a:solidFill>
            <a:srgbClr val="000000">
              <a:alpha val="50077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5" name="Rounded Rectangle"/>
          <p:cNvSpPr/>
          <p:nvPr/>
        </p:nvSpPr>
        <p:spPr>
          <a:xfrm>
            <a:off x="15130078" y="9625840"/>
            <a:ext cx="3536196" cy="4479153"/>
          </a:xfrm>
          <a:prstGeom prst="roundRect">
            <a:avLst>
              <a:gd name="adj" fmla="val 8345"/>
            </a:avLst>
          </a:prstGeom>
          <a:solidFill>
            <a:srgbClr val="000000">
              <a:alpha val="50077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6" name="Rounded Rectangle"/>
          <p:cNvSpPr/>
          <p:nvPr/>
        </p:nvSpPr>
        <p:spPr>
          <a:xfrm>
            <a:off x="10647415" y="4352433"/>
            <a:ext cx="3798813" cy="4479154"/>
          </a:xfrm>
          <a:prstGeom prst="roundRect">
            <a:avLst>
              <a:gd name="adj" fmla="val 7803"/>
            </a:avLst>
          </a:prstGeom>
          <a:solidFill>
            <a:srgbClr val="000000">
              <a:alpha val="50077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chemeClr val="accent1">
              <a:hueOff val="114395"/>
              <a:lumOff val="-24975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09" name="Íris"/>
          <p:cNvSpPr txBox="1"/>
          <p:nvPr/>
        </p:nvSpPr>
        <p:spPr>
          <a:xfrm>
            <a:off x="2421407" y="370838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1110" name="Rounded Rectangle"/>
          <p:cNvSpPr/>
          <p:nvPr/>
        </p:nvSpPr>
        <p:spPr>
          <a:xfrm>
            <a:off x="4491341" y="508000"/>
            <a:ext cx="19342690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1" name="Computador"/>
          <p:cNvSpPr txBox="1"/>
          <p:nvPr/>
        </p:nvSpPr>
        <p:spPr>
          <a:xfrm>
            <a:off x="13017619" y="-2645825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1112" name="Rounded Rectangle"/>
          <p:cNvSpPr/>
          <p:nvPr/>
        </p:nvSpPr>
        <p:spPr>
          <a:xfrm>
            <a:off x="5618250" y="2517290"/>
            <a:ext cx="13644726" cy="10965482"/>
          </a:xfrm>
          <a:prstGeom prst="roundRect">
            <a:avLst>
              <a:gd name="adj" fmla="val 5671"/>
            </a:avLst>
          </a:prstGeom>
          <a:solidFill>
            <a:srgbClr val="D5D5D5">
              <a:alpha val="4667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3" name="Rounded Rectangle"/>
          <p:cNvSpPr/>
          <p:nvPr/>
        </p:nvSpPr>
        <p:spPr>
          <a:xfrm>
            <a:off x="5968156" y="2736886"/>
            <a:ext cx="12944914" cy="10526290"/>
          </a:xfrm>
          <a:prstGeom prst="roundRect">
            <a:avLst>
              <a:gd name="adj" fmla="val 2875"/>
            </a:avLst>
          </a:prstGeom>
          <a:solidFill>
            <a:schemeClr val="accent2">
              <a:hueOff val="-202083"/>
              <a:satOff val="17755"/>
              <a:lumOff val="-16089"/>
              <a:alpha val="50077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14" name="Resultados"/>
          <p:cNvSpPr txBox="1"/>
          <p:nvPr/>
        </p:nvSpPr>
        <p:spPr>
          <a:xfrm>
            <a:off x="10853671" y="3134007"/>
            <a:ext cx="317388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</a:t>
            </a:r>
          </a:p>
        </p:txBody>
      </p:sp>
      <p:pic>
        <p:nvPicPr>
          <p:cNvPr id="111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0194" y="-2305235"/>
            <a:ext cx="2295807" cy="2295807"/>
          </a:xfrm>
          <a:prstGeom prst="rect">
            <a:avLst/>
          </a:prstGeom>
          <a:ln w="12700">
            <a:miter lim="400000"/>
          </a:ln>
        </p:spPr>
      </p:pic>
      <p:sp>
        <p:nvSpPr>
          <p:cNvPr id="1116" name="Atacadão"/>
          <p:cNvSpPr txBox="1"/>
          <p:nvPr/>
        </p:nvSpPr>
        <p:spPr>
          <a:xfrm>
            <a:off x="2588235" y="-1994691"/>
            <a:ext cx="3753347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Atacadão</a:t>
            </a:r>
          </a:p>
        </p:txBody>
      </p:sp>
      <p:sp>
        <p:nvSpPr>
          <p:cNvPr id="1117" name="Seu Parceirão"/>
          <p:cNvSpPr txBox="1"/>
          <p:nvPr/>
        </p:nvSpPr>
        <p:spPr>
          <a:xfrm>
            <a:off x="2588235" y="-964779"/>
            <a:ext cx="659348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Seu Parceirão</a:t>
            </a:r>
          </a:p>
        </p:txBody>
      </p:sp>
      <p:sp>
        <p:nvSpPr>
          <p:cNvPr id="1118" name="Massa de Bolo"/>
          <p:cNvSpPr txBox="1"/>
          <p:nvPr/>
        </p:nvSpPr>
        <p:spPr>
          <a:xfrm>
            <a:off x="13164225" y="-1322913"/>
            <a:ext cx="419008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Massa de Bolo</a:t>
            </a:r>
          </a:p>
        </p:txBody>
      </p:sp>
      <p:sp>
        <p:nvSpPr>
          <p:cNvPr id="1119" name="Zedd"/>
          <p:cNvSpPr txBox="1"/>
          <p:nvPr/>
        </p:nvSpPr>
        <p:spPr>
          <a:xfrm>
            <a:off x="13394132" y="738784"/>
            <a:ext cx="15371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Zedd</a:t>
            </a:r>
          </a:p>
        </p:txBody>
      </p:sp>
      <p:sp>
        <p:nvSpPr>
          <p:cNvPr id="1120" name="Música"/>
          <p:cNvSpPr txBox="1"/>
          <p:nvPr/>
        </p:nvSpPr>
        <p:spPr>
          <a:xfrm>
            <a:off x="2435835" y="1216566"/>
            <a:ext cx="207031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Música</a:t>
            </a:r>
          </a:p>
        </p:txBody>
      </p:sp>
      <p:sp>
        <p:nvSpPr>
          <p:cNvPr id="1121" name="Rectangle"/>
          <p:cNvSpPr/>
          <p:nvPr/>
        </p:nvSpPr>
        <p:spPr>
          <a:xfrm>
            <a:off x="0" y="2281409"/>
            <a:ext cx="5119093" cy="2292402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2" name="Rectangle"/>
          <p:cNvSpPr/>
          <p:nvPr/>
        </p:nvSpPr>
        <p:spPr>
          <a:xfrm>
            <a:off x="0" y="4573811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3" name="Rectangle"/>
          <p:cNvSpPr/>
          <p:nvPr/>
        </p:nvSpPr>
        <p:spPr>
          <a:xfrm>
            <a:off x="0" y="6857031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4" name="Rectangle"/>
          <p:cNvSpPr/>
          <p:nvPr/>
        </p:nvSpPr>
        <p:spPr>
          <a:xfrm>
            <a:off x="0" y="9147621"/>
            <a:ext cx="5119093" cy="2286001"/>
          </a:xfrm>
          <a:prstGeom prst="rect">
            <a:avLst/>
          </a:prstGeom>
          <a:solidFill>
            <a:schemeClr val="accent2">
              <a:hueOff val="-202083"/>
              <a:satOff val="17755"/>
              <a:lumOff val="-1608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5" name="Rectangle"/>
          <p:cNvSpPr/>
          <p:nvPr/>
        </p:nvSpPr>
        <p:spPr>
          <a:xfrm>
            <a:off x="0" y="11432652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6" name="Rock"/>
          <p:cNvSpPr txBox="1"/>
          <p:nvPr/>
        </p:nvSpPr>
        <p:spPr>
          <a:xfrm>
            <a:off x="1784896" y="7676605"/>
            <a:ext cx="152552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Rock</a:t>
            </a:r>
          </a:p>
        </p:txBody>
      </p:sp>
      <p:sp>
        <p:nvSpPr>
          <p:cNvPr id="1127" name="Hip Hop"/>
          <p:cNvSpPr txBox="1"/>
          <p:nvPr/>
        </p:nvSpPr>
        <p:spPr>
          <a:xfrm>
            <a:off x="1399020" y="5363924"/>
            <a:ext cx="237226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Hip Hop</a:t>
            </a:r>
          </a:p>
        </p:txBody>
      </p:sp>
      <p:sp>
        <p:nvSpPr>
          <p:cNvPr id="1128" name="Eletrônica"/>
          <p:cNvSpPr txBox="1"/>
          <p:nvPr/>
        </p:nvSpPr>
        <p:spPr>
          <a:xfrm>
            <a:off x="1147864" y="3134007"/>
            <a:ext cx="282336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Eletrônica</a:t>
            </a:r>
          </a:p>
        </p:txBody>
      </p:sp>
      <p:sp>
        <p:nvSpPr>
          <p:cNvPr id="1129" name="Música de Vô…"/>
          <p:cNvSpPr txBox="1"/>
          <p:nvPr/>
        </p:nvSpPr>
        <p:spPr>
          <a:xfrm>
            <a:off x="633057" y="11781328"/>
            <a:ext cx="3829204" cy="1588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t>Música de Vô</a:t>
            </a:r>
          </a:p>
          <a:p>
            <a:pPr algn="ctr">
              <a:spcBef>
                <a:spcPts val="1000"/>
              </a:spcBef>
              <a:defRPr>
                <a:solidFill>
                  <a:srgbClr val="FFFFFF"/>
                </a:solidFill>
              </a:defRPr>
            </a:pPr>
            <a:r>
              <a:t>(MPB)</a:t>
            </a:r>
          </a:p>
        </p:txBody>
      </p:sp>
      <p:sp>
        <p:nvSpPr>
          <p:cNvPr id="1130" name="Samba"/>
          <p:cNvSpPr txBox="1"/>
          <p:nvPr/>
        </p:nvSpPr>
        <p:spPr>
          <a:xfrm>
            <a:off x="1524902" y="9886405"/>
            <a:ext cx="204551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5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Samba</a:t>
            </a:r>
          </a:p>
        </p:txBody>
      </p:sp>
      <p:sp>
        <p:nvSpPr>
          <p:cNvPr id="1131" name="Rounded Rectangle"/>
          <p:cNvSpPr/>
          <p:nvPr/>
        </p:nvSpPr>
        <p:spPr>
          <a:xfrm>
            <a:off x="19796312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rgbClr val="929292">
              <a:alpha val="3491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2" name="Rectangle"/>
          <p:cNvSpPr/>
          <p:nvPr/>
        </p:nvSpPr>
        <p:spPr>
          <a:xfrm>
            <a:off x="19796312" y="2907814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2">
              <a:hueOff val="-202083"/>
              <a:satOff val="17755"/>
              <a:lumOff val="-16089"/>
            </a:scheme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3" name="Playlists"/>
          <p:cNvSpPr txBox="1"/>
          <p:nvPr/>
        </p:nvSpPr>
        <p:spPr>
          <a:xfrm>
            <a:off x="20754551" y="3106790"/>
            <a:ext cx="234909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Playlists</a:t>
            </a:r>
          </a:p>
        </p:txBody>
      </p:sp>
      <p:sp>
        <p:nvSpPr>
          <p:cNvPr id="1134" name="Rectangle"/>
          <p:cNvSpPr/>
          <p:nvPr/>
        </p:nvSpPr>
        <p:spPr>
          <a:xfrm>
            <a:off x="19796312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5" name="Aquela pra acad"/>
          <p:cNvSpPr txBox="1"/>
          <p:nvPr/>
        </p:nvSpPr>
        <p:spPr>
          <a:xfrm>
            <a:off x="20754551" y="4220726"/>
            <a:ext cx="2344218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Aquela pra acad</a:t>
            </a:r>
          </a:p>
        </p:txBody>
      </p:sp>
      <p:sp>
        <p:nvSpPr>
          <p:cNvPr id="1136" name="Rectangle"/>
          <p:cNvSpPr/>
          <p:nvPr/>
        </p:nvSpPr>
        <p:spPr>
          <a:xfrm>
            <a:off x="19796312" y="4811770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7" name="Sei lá mano, essas são dhr"/>
          <p:cNvSpPr txBox="1"/>
          <p:nvPr/>
        </p:nvSpPr>
        <p:spPr>
          <a:xfrm>
            <a:off x="20065424" y="4985303"/>
            <a:ext cx="377830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Sei lá mano, essas são dhr</a:t>
            </a:r>
          </a:p>
        </p:txBody>
      </p:sp>
      <p:sp>
        <p:nvSpPr>
          <p:cNvPr id="1138" name="Rectangle"/>
          <p:cNvSpPr/>
          <p:nvPr/>
        </p:nvSpPr>
        <p:spPr>
          <a:xfrm>
            <a:off x="19796312" y="5576347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9" name="Gang SH*T"/>
          <p:cNvSpPr txBox="1"/>
          <p:nvPr/>
        </p:nvSpPr>
        <p:spPr>
          <a:xfrm>
            <a:off x="21109947" y="5752934"/>
            <a:ext cx="163830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Gang SH*T</a:t>
            </a:r>
          </a:p>
        </p:txBody>
      </p:sp>
      <p:sp>
        <p:nvSpPr>
          <p:cNvPr id="1140" name="Rectangle"/>
          <p:cNvSpPr/>
          <p:nvPr/>
        </p:nvSpPr>
        <p:spPr>
          <a:xfrm>
            <a:off x="19796312" y="6271049"/>
            <a:ext cx="4265572" cy="1286614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1" name="Músicas Clássicas…"/>
          <p:cNvSpPr txBox="1"/>
          <p:nvPr/>
        </p:nvSpPr>
        <p:spPr>
          <a:xfrm>
            <a:off x="19913302" y="6517511"/>
            <a:ext cx="4031590" cy="793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  <a:r>
              <a:t>Músicas Clássicas </a:t>
            </a:r>
          </a:p>
          <a:p>
            <a: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pPr>
            <a:r>
              <a:t>(Agora eu sou o Albert aistai)</a:t>
            </a:r>
          </a:p>
        </p:txBody>
      </p:sp>
      <p:sp>
        <p:nvSpPr>
          <p:cNvPr id="1142" name="Zedd não é samba não, zé"/>
          <p:cNvSpPr txBox="1"/>
          <p:nvPr/>
        </p:nvSpPr>
        <p:spPr>
          <a:xfrm>
            <a:off x="8753295" y="7599413"/>
            <a:ext cx="737463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Zedd não é samba não, zé</a:t>
            </a:r>
          </a:p>
        </p:txBody>
      </p:sp>
      <p:sp>
        <p:nvSpPr>
          <p:cNvPr id="1143" name="Rounded Rectangle"/>
          <p:cNvSpPr/>
          <p:nvPr/>
        </p:nvSpPr>
        <p:spPr>
          <a:xfrm rot="18900000">
            <a:off x="894804" y="662311"/>
            <a:ext cx="961378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4" name="Filme"/>
          <p:cNvSpPr txBox="1"/>
          <p:nvPr/>
        </p:nvSpPr>
        <p:spPr>
          <a:xfrm>
            <a:off x="2207235" y="-3580408"/>
            <a:ext cx="207031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Filme</a:t>
            </a:r>
          </a:p>
        </p:txBody>
      </p:sp>
      <p:sp>
        <p:nvSpPr>
          <p:cNvPr id="1145" name="O Enigma de Kasper Houser"/>
          <p:cNvSpPr txBox="1"/>
          <p:nvPr/>
        </p:nvSpPr>
        <p:spPr>
          <a:xfrm>
            <a:off x="10221164" y="-3753839"/>
            <a:ext cx="788304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O Enigma de Kasper Houser</a:t>
            </a:r>
          </a:p>
        </p:txBody>
      </p:sp>
      <p:sp>
        <p:nvSpPr>
          <p:cNvPr id="1146" name="Filme véio hein, slc, n é aqui n"/>
          <p:cNvSpPr txBox="1"/>
          <p:nvPr/>
        </p:nvSpPr>
        <p:spPr>
          <a:xfrm>
            <a:off x="8289999" y="14666717"/>
            <a:ext cx="830122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Filme véio hein, slc, n é aqui n</a:t>
            </a:r>
          </a:p>
        </p:txBody>
      </p:sp>
      <p:sp>
        <p:nvSpPr>
          <p:cNvPr id="1147" name="Rectangle"/>
          <p:cNvSpPr/>
          <p:nvPr/>
        </p:nvSpPr>
        <p:spPr>
          <a:xfrm>
            <a:off x="0" y="15108409"/>
            <a:ext cx="5119093" cy="2292402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8" name="Rectangle"/>
          <p:cNvSpPr/>
          <p:nvPr/>
        </p:nvSpPr>
        <p:spPr>
          <a:xfrm>
            <a:off x="0" y="17400810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9" name="Rectangle"/>
          <p:cNvSpPr/>
          <p:nvPr/>
        </p:nvSpPr>
        <p:spPr>
          <a:xfrm>
            <a:off x="0" y="19684031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0" name="Rectangle"/>
          <p:cNvSpPr/>
          <p:nvPr/>
        </p:nvSpPr>
        <p:spPr>
          <a:xfrm>
            <a:off x="0" y="21968635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1" name="Rectangle"/>
          <p:cNvSpPr/>
          <p:nvPr/>
        </p:nvSpPr>
        <p:spPr>
          <a:xfrm>
            <a:off x="0" y="24224507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2" name="Ação"/>
          <p:cNvSpPr txBox="1"/>
          <p:nvPr/>
        </p:nvSpPr>
        <p:spPr>
          <a:xfrm>
            <a:off x="1802575" y="18139595"/>
            <a:ext cx="151394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Ação</a:t>
            </a:r>
          </a:p>
        </p:txBody>
      </p:sp>
      <p:sp>
        <p:nvSpPr>
          <p:cNvPr id="1153" name="Aventura"/>
          <p:cNvSpPr txBox="1"/>
          <p:nvPr/>
        </p:nvSpPr>
        <p:spPr>
          <a:xfrm>
            <a:off x="1282281" y="15850393"/>
            <a:ext cx="2530756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Aventura</a:t>
            </a:r>
          </a:p>
        </p:txBody>
      </p:sp>
      <p:sp>
        <p:nvSpPr>
          <p:cNvPr id="1154" name="Comédia"/>
          <p:cNvSpPr txBox="1"/>
          <p:nvPr/>
        </p:nvSpPr>
        <p:spPr>
          <a:xfrm>
            <a:off x="1271613" y="20207045"/>
            <a:ext cx="257586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Comédia</a:t>
            </a:r>
          </a:p>
        </p:txBody>
      </p:sp>
      <p:sp>
        <p:nvSpPr>
          <p:cNvPr id="1155" name="Terror"/>
          <p:cNvSpPr txBox="1"/>
          <p:nvPr/>
        </p:nvSpPr>
        <p:spPr>
          <a:xfrm>
            <a:off x="1723632" y="22693053"/>
            <a:ext cx="167182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Terror</a:t>
            </a:r>
          </a:p>
        </p:txBody>
      </p:sp>
      <p:sp>
        <p:nvSpPr>
          <p:cNvPr id="1156" name="Ficção"/>
          <p:cNvSpPr txBox="1"/>
          <p:nvPr/>
        </p:nvSpPr>
        <p:spPr>
          <a:xfrm>
            <a:off x="1593787" y="24963291"/>
            <a:ext cx="1931518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Ficção</a:t>
            </a:r>
          </a:p>
        </p:txBody>
      </p:sp>
      <p:sp>
        <p:nvSpPr>
          <p:cNvPr id="1157" name="Rounded Rectangle"/>
          <p:cNvSpPr/>
          <p:nvPr/>
        </p:nvSpPr>
        <p:spPr>
          <a:xfrm>
            <a:off x="30235711" y="2901773"/>
            <a:ext cx="4265572" cy="10196516"/>
          </a:xfrm>
          <a:prstGeom prst="roundRect">
            <a:avLst>
              <a:gd name="adj" fmla="val 4882"/>
            </a:avLst>
          </a:prstGeom>
          <a:solidFill>
            <a:srgbClr val="929292">
              <a:alpha val="3491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8" name="Rectangle"/>
          <p:cNvSpPr/>
          <p:nvPr/>
        </p:nvSpPr>
        <p:spPr>
          <a:xfrm>
            <a:off x="30235711" y="2907814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5">
              <a:lumOff val="-29866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9" name="Filtros"/>
          <p:cNvSpPr txBox="1"/>
          <p:nvPr/>
        </p:nvSpPr>
        <p:spPr>
          <a:xfrm>
            <a:off x="31481681" y="3102795"/>
            <a:ext cx="17736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1160" name="Rectangle"/>
          <p:cNvSpPr/>
          <p:nvPr/>
        </p:nvSpPr>
        <p:spPr>
          <a:xfrm>
            <a:off x="30235711" y="4047193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1" name="Duração"/>
          <p:cNvSpPr txBox="1"/>
          <p:nvPr/>
        </p:nvSpPr>
        <p:spPr>
          <a:xfrm>
            <a:off x="31735582" y="4220726"/>
            <a:ext cx="126583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Duração</a:t>
            </a:r>
          </a:p>
        </p:txBody>
      </p:sp>
      <p:sp>
        <p:nvSpPr>
          <p:cNvPr id="1162" name="Rectangle"/>
          <p:cNvSpPr/>
          <p:nvPr/>
        </p:nvSpPr>
        <p:spPr>
          <a:xfrm>
            <a:off x="30236576" y="7029301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3" name="Modalidade"/>
          <p:cNvSpPr txBox="1"/>
          <p:nvPr/>
        </p:nvSpPr>
        <p:spPr>
          <a:xfrm>
            <a:off x="31507689" y="7202833"/>
            <a:ext cx="17233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Modalidade</a:t>
            </a:r>
          </a:p>
        </p:txBody>
      </p:sp>
      <p:sp>
        <p:nvSpPr>
          <p:cNvPr id="1164" name="Rectangle"/>
          <p:cNvSpPr/>
          <p:nvPr/>
        </p:nvSpPr>
        <p:spPr>
          <a:xfrm>
            <a:off x="30235711" y="8652427"/>
            <a:ext cx="4265572" cy="808433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5" name="Preço"/>
          <p:cNvSpPr txBox="1"/>
          <p:nvPr/>
        </p:nvSpPr>
        <p:spPr>
          <a:xfrm>
            <a:off x="31913432" y="8816329"/>
            <a:ext cx="910134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Preço</a:t>
            </a:r>
          </a:p>
        </p:txBody>
      </p:sp>
      <p:sp>
        <p:nvSpPr>
          <p:cNvPr id="1166" name="1hr"/>
          <p:cNvSpPr txBox="1"/>
          <p:nvPr/>
        </p:nvSpPr>
        <p:spPr>
          <a:xfrm>
            <a:off x="32091129" y="4994609"/>
            <a:ext cx="554737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1hr</a:t>
            </a:r>
          </a:p>
        </p:txBody>
      </p:sp>
      <p:sp>
        <p:nvSpPr>
          <p:cNvPr id="1167" name="1hr30"/>
          <p:cNvSpPr txBox="1"/>
          <p:nvPr/>
        </p:nvSpPr>
        <p:spPr>
          <a:xfrm>
            <a:off x="31921660" y="5589523"/>
            <a:ext cx="89367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1hr30</a:t>
            </a:r>
          </a:p>
        </p:txBody>
      </p:sp>
      <p:sp>
        <p:nvSpPr>
          <p:cNvPr id="1168" name="2hr"/>
          <p:cNvSpPr txBox="1"/>
          <p:nvPr/>
        </p:nvSpPr>
        <p:spPr>
          <a:xfrm>
            <a:off x="32091129" y="6184438"/>
            <a:ext cx="554737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2hr</a:t>
            </a:r>
          </a:p>
        </p:txBody>
      </p:sp>
      <p:sp>
        <p:nvSpPr>
          <p:cNvPr id="1169" name="Compra"/>
          <p:cNvSpPr txBox="1"/>
          <p:nvPr/>
        </p:nvSpPr>
        <p:spPr>
          <a:xfrm>
            <a:off x="30672968" y="7918682"/>
            <a:ext cx="121523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Compra</a:t>
            </a:r>
          </a:p>
        </p:txBody>
      </p:sp>
      <p:sp>
        <p:nvSpPr>
          <p:cNvPr id="1170" name="Aluguel"/>
          <p:cNvSpPr txBox="1"/>
          <p:nvPr/>
        </p:nvSpPr>
        <p:spPr>
          <a:xfrm>
            <a:off x="32939316" y="7918682"/>
            <a:ext cx="1124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Aluguel</a:t>
            </a:r>
          </a:p>
        </p:txBody>
      </p:sp>
      <p:sp>
        <p:nvSpPr>
          <p:cNvPr id="1171" name="R$ 20"/>
          <p:cNvSpPr txBox="1"/>
          <p:nvPr/>
        </p:nvSpPr>
        <p:spPr>
          <a:xfrm>
            <a:off x="31910384" y="9733238"/>
            <a:ext cx="91623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R$ 20</a:t>
            </a:r>
          </a:p>
        </p:txBody>
      </p:sp>
      <p:sp>
        <p:nvSpPr>
          <p:cNvPr id="1172" name="R$ 15"/>
          <p:cNvSpPr txBox="1"/>
          <p:nvPr/>
        </p:nvSpPr>
        <p:spPr>
          <a:xfrm>
            <a:off x="31910384" y="10256106"/>
            <a:ext cx="91623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R$ 15</a:t>
            </a:r>
          </a:p>
        </p:txBody>
      </p:sp>
      <p:sp>
        <p:nvSpPr>
          <p:cNvPr id="1173" name="R$ 10"/>
          <p:cNvSpPr txBox="1"/>
          <p:nvPr/>
        </p:nvSpPr>
        <p:spPr>
          <a:xfrm>
            <a:off x="31910384" y="10781804"/>
            <a:ext cx="91623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R$ 10</a:t>
            </a:r>
          </a:p>
        </p:txBody>
      </p:sp>
      <p:sp>
        <p:nvSpPr>
          <p:cNvPr id="1174" name="Gratuíto"/>
          <p:cNvSpPr txBox="1"/>
          <p:nvPr/>
        </p:nvSpPr>
        <p:spPr>
          <a:xfrm>
            <a:off x="31761032" y="11306423"/>
            <a:ext cx="121493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Gratuíto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Rectangle"/>
          <p:cNvSpPr/>
          <p:nvPr/>
        </p:nvSpPr>
        <p:spPr>
          <a:xfrm>
            <a:off x="-7727903" y="4573810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7" name="Rectangle"/>
          <p:cNvSpPr/>
          <p:nvPr/>
        </p:nvSpPr>
        <p:spPr>
          <a:xfrm>
            <a:off x="-7727903" y="6857031"/>
            <a:ext cx="5119093" cy="2286001"/>
          </a:xfrm>
          <a:prstGeom prst="rect">
            <a:avLst/>
          </a:prstGeom>
          <a:solidFill>
            <a:schemeClr val="accent3">
              <a:hueOff val="914338"/>
              <a:satOff val="31515"/>
              <a:lumOff val="-3079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8" name="Rectangle"/>
          <p:cNvSpPr/>
          <p:nvPr/>
        </p:nvSpPr>
        <p:spPr>
          <a:xfrm>
            <a:off x="-7727903" y="9147621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9" name="Rectangle"/>
          <p:cNvSpPr/>
          <p:nvPr/>
        </p:nvSpPr>
        <p:spPr>
          <a:xfrm>
            <a:off x="-7727903" y="11432652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0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chemeClr val="accent5">
              <a:lumOff val="-29866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1" name="Rounded Rectangle"/>
          <p:cNvSpPr/>
          <p:nvPr/>
        </p:nvSpPr>
        <p:spPr>
          <a:xfrm>
            <a:off x="4491341" y="508000"/>
            <a:ext cx="19342690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2" name="Computador"/>
          <p:cNvSpPr txBox="1"/>
          <p:nvPr/>
        </p:nvSpPr>
        <p:spPr>
          <a:xfrm>
            <a:off x="13017619" y="-2645825"/>
            <a:ext cx="355854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Computador</a:t>
            </a:r>
          </a:p>
        </p:txBody>
      </p:sp>
      <p:sp>
        <p:nvSpPr>
          <p:cNvPr id="1183" name="Rounded Rectangle"/>
          <p:cNvSpPr/>
          <p:nvPr/>
        </p:nvSpPr>
        <p:spPr>
          <a:xfrm>
            <a:off x="5685143" y="2568619"/>
            <a:ext cx="13644726" cy="10965481"/>
          </a:xfrm>
          <a:prstGeom prst="roundRect">
            <a:avLst>
              <a:gd name="adj" fmla="val 5671"/>
            </a:avLst>
          </a:prstGeom>
          <a:solidFill>
            <a:srgbClr val="D5D5D5">
              <a:alpha val="4667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4" name="Rounded Rectangle"/>
          <p:cNvSpPr/>
          <p:nvPr/>
        </p:nvSpPr>
        <p:spPr>
          <a:xfrm>
            <a:off x="6035049" y="2788215"/>
            <a:ext cx="12944914" cy="10526290"/>
          </a:xfrm>
          <a:prstGeom prst="roundRect">
            <a:avLst>
              <a:gd name="adj" fmla="val 2875"/>
            </a:avLst>
          </a:prstGeom>
          <a:solidFill>
            <a:srgbClr val="929292">
              <a:alpha val="50077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5" name="Resultados"/>
          <p:cNvSpPr txBox="1"/>
          <p:nvPr/>
        </p:nvSpPr>
        <p:spPr>
          <a:xfrm>
            <a:off x="10786009" y="3158119"/>
            <a:ext cx="317388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1186" name="Confeitaria"/>
          <p:cNvSpPr txBox="1"/>
          <p:nvPr/>
        </p:nvSpPr>
        <p:spPr>
          <a:xfrm>
            <a:off x="-6647131" y="7676605"/>
            <a:ext cx="307147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Confeitaria</a:t>
            </a:r>
          </a:p>
        </p:txBody>
      </p:sp>
      <p:sp>
        <p:nvSpPr>
          <p:cNvPr id="1187" name="Básico"/>
          <p:cNvSpPr txBox="1"/>
          <p:nvPr/>
        </p:nvSpPr>
        <p:spPr>
          <a:xfrm>
            <a:off x="-6099710" y="5314532"/>
            <a:ext cx="197662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Básico</a:t>
            </a:r>
          </a:p>
        </p:txBody>
      </p:sp>
      <p:sp>
        <p:nvSpPr>
          <p:cNvPr id="1188" name="Bebidas"/>
          <p:cNvSpPr txBox="1"/>
          <p:nvPr/>
        </p:nvSpPr>
        <p:spPr>
          <a:xfrm>
            <a:off x="-6256983" y="3106790"/>
            <a:ext cx="234970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Bebidas</a:t>
            </a:r>
          </a:p>
        </p:txBody>
      </p:sp>
      <p:sp>
        <p:nvSpPr>
          <p:cNvPr id="1189" name="Limpeza"/>
          <p:cNvSpPr txBox="1"/>
          <p:nvPr/>
        </p:nvSpPr>
        <p:spPr>
          <a:xfrm>
            <a:off x="-6377041" y="12136291"/>
            <a:ext cx="241736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Limpeza</a:t>
            </a:r>
          </a:p>
        </p:txBody>
      </p:sp>
      <p:sp>
        <p:nvSpPr>
          <p:cNvPr id="1190" name="Higiênicos"/>
          <p:cNvSpPr txBox="1"/>
          <p:nvPr/>
        </p:nvSpPr>
        <p:spPr>
          <a:xfrm>
            <a:off x="-6647704" y="9978245"/>
            <a:ext cx="295869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Higiênicos</a:t>
            </a:r>
          </a:p>
        </p:txBody>
      </p:sp>
      <p:pic>
        <p:nvPicPr>
          <p:cNvPr id="119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0194" y="-2305235"/>
            <a:ext cx="2295807" cy="2295807"/>
          </a:xfrm>
          <a:prstGeom prst="rect">
            <a:avLst/>
          </a:prstGeom>
          <a:ln w="12700">
            <a:miter lim="400000"/>
          </a:ln>
        </p:spPr>
      </p:pic>
      <p:sp>
        <p:nvSpPr>
          <p:cNvPr id="1192" name="Atacadão"/>
          <p:cNvSpPr txBox="1"/>
          <p:nvPr/>
        </p:nvSpPr>
        <p:spPr>
          <a:xfrm>
            <a:off x="2588235" y="-1994691"/>
            <a:ext cx="3753347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Atacadão</a:t>
            </a:r>
          </a:p>
        </p:txBody>
      </p:sp>
      <p:sp>
        <p:nvSpPr>
          <p:cNvPr id="1193" name="Seu Parceirão"/>
          <p:cNvSpPr txBox="1"/>
          <p:nvPr/>
        </p:nvSpPr>
        <p:spPr>
          <a:xfrm>
            <a:off x="2588235" y="-964779"/>
            <a:ext cx="6593483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Seu Parceirão</a:t>
            </a:r>
          </a:p>
        </p:txBody>
      </p:sp>
      <p:sp>
        <p:nvSpPr>
          <p:cNvPr id="1194" name="Massa de Bolo"/>
          <p:cNvSpPr txBox="1"/>
          <p:nvPr/>
        </p:nvSpPr>
        <p:spPr>
          <a:xfrm>
            <a:off x="13164225" y="-1322913"/>
            <a:ext cx="419008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Massa de Bolo</a:t>
            </a:r>
          </a:p>
        </p:txBody>
      </p:sp>
      <p:sp>
        <p:nvSpPr>
          <p:cNvPr id="1195" name="Zedd"/>
          <p:cNvSpPr txBox="1"/>
          <p:nvPr/>
        </p:nvSpPr>
        <p:spPr>
          <a:xfrm>
            <a:off x="13622732" y="-1761722"/>
            <a:ext cx="15371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Zedd</a:t>
            </a:r>
          </a:p>
        </p:txBody>
      </p:sp>
      <p:sp>
        <p:nvSpPr>
          <p:cNvPr id="1196" name="Música"/>
          <p:cNvSpPr txBox="1"/>
          <p:nvPr/>
        </p:nvSpPr>
        <p:spPr>
          <a:xfrm>
            <a:off x="3045435" y="-2787549"/>
            <a:ext cx="2070317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Música</a:t>
            </a:r>
          </a:p>
        </p:txBody>
      </p:sp>
      <p:sp>
        <p:nvSpPr>
          <p:cNvPr id="1197" name="Rectangle"/>
          <p:cNvSpPr/>
          <p:nvPr/>
        </p:nvSpPr>
        <p:spPr>
          <a:xfrm>
            <a:off x="21365" y="15279005"/>
            <a:ext cx="5119093" cy="2292402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8" name="Rectangle"/>
          <p:cNvSpPr/>
          <p:nvPr/>
        </p:nvSpPr>
        <p:spPr>
          <a:xfrm>
            <a:off x="21365" y="17571406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9" name="Rectangle"/>
          <p:cNvSpPr/>
          <p:nvPr/>
        </p:nvSpPr>
        <p:spPr>
          <a:xfrm>
            <a:off x="21365" y="19854626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0" name="Rectangle"/>
          <p:cNvSpPr/>
          <p:nvPr/>
        </p:nvSpPr>
        <p:spPr>
          <a:xfrm>
            <a:off x="21365" y="22145217"/>
            <a:ext cx="5119093" cy="2286001"/>
          </a:xfrm>
          <a:prstGeom prst="rect">
            <a:avLst/>
          </a:prstGeom>
          <a:solidFill>
            <a:schemeClr val="accent2">
              <a:hueOff val="-202083"/>
              <a:satOff val="17755"/>
              <a:lumOff val="-1608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1" name="Rectangle"/>
          <p:cNvSpPr/>
          <p:nvPr/>
        </p:nvSpPr>
        <p:spPr>
          <a:xfrm>
            <a:off x="21365" y="24430248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2" name="EU SOU DO ROCK"/>
          <p:cNvSpPr txBox="1"/>
          <p:nvPr/>
        </p:nvSpPr>
        <p:spPr>
          <a:xfrm>
            <a:off x="558944" y="20760968"/>
            <a:ext cx="4043935" cy="634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pPr/>
            <a:r>
              <a:t>EU SOU DO ROCK</a:t>
            </a:r>
          </a:p>
        </p:txBody>
      </p:sp>
      <p:sp>
        <p:nvSpPr>
          <p:cNvPr id="1203" name="Yeah yeah…"/>
          <p:cNvSpPr txBox="1"/>
          <p:nvPr/>
        </p:nvSpPr>
        <p:spPr>
          <a:xfrm>
            <a:off x="1044567" y="17831182"/>
            <a:ext cx="3072690" cy="1766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spcBef>
                <a:spcPts val="2400"/>
              </a:spcBef>
              <a:defRPr>
                <a:solidFill>
                  <a:srgbClr val="FFFFFF"/>
                </a:solidFill>
              </a:defRPr>
            </a:pPr>
            <a:r>
              <a:t>Yeah yeah </a:t>
            </a:r>
          </a:p>
          <a:p>
            <a:pPr algn="ctr">
              <a:spcBef>
                <a:spcPts val="2400"/>
              </a:spcBef>
              <a:defRPr>
                <a:solidFill>
                  <a:srgbClr val="FFFFFF"/>
                </a:solidFill>
              </a:defRPr>
            </a:pPr>
            <a:r>
              <a:t>(Pluhhhg)</a:t>
            </a:r>
          </a:p>
        </p:txBody>
      </p:sp>
      <p:sp>
        <p:nvSpPr>
          <p:cNvPr id="1204" name="Tuts tuts"/>
          <p:cNvSpPr txBox="1"/>
          <p:nvPr/>
        </p:nvSpPr>
        <p:spPr>
          <a:xfrm>
            <a:off x="1348452" y="16100390"/>
            <a:ext cx="244114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Tuts tuts</a:t>
            </a:r>
          </a:p>
        </p:txBody>
      </p:sp>
      <p:sp>
        <p:nvSpPr>
          <p:cNvPr id="1205" name="Música de Vô"/>
          <p:cNvSpPr txBox="1"/>
          <p:nvPr/>
        </p:nvSpPr>
        <p:spPr>
          <a:xfrm>
            <a:off x="666310" y="25169032"/>
            <a:ext cx="382920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Música de Vô</a:t>
            </a:r>
          </a:p>
        </p:txBody>
      </p:sp>
      <p:sp>
        <p:nvSpPr>
          <p:cNvPr id="1206" name="Teco teco teco…"/>
          <p:cNvSpPr txBox="1"/>
          <p:nvPr/>
        </p:nvSpPr>
        <p:spPr>
          <a:xfrm>
            <a:off x="417593" y="22398643"/>
            <a:ext cx="4302863" cy="1779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>
              <a:spcBef>
                <a:spcPts val="2500"/>
              </a:spcBef>
              <a:defRPr>
                <a:solidFill>
                  <a:srgbClr val="FFFFFF"/>
                </a:solidFill>
              </a:defRPr>
            </a:pPr>
            <a:r>
              <a:t>Teco teco teco </a:t>
            </a:r>
          </a:p>
          <a:p>
            <a:pPr algn="ctr">
              <a:spcBef>
                <a:spcPts val="2500"/>
              </a:spcBef>
              <a:defRPr>
                <a:solidFill>
                  <a:srgbClr val="FFFFFF"/>
                </a:solidFill>
              </a:defRPr>
            </a:pPr>
            <a:r>
              <a:t>teleco teco</a:t>
            </a:r>
          </a:p>
        </p:txBody>
      </p:sp>
      <p:sp>
        <p:nvSpPr>
          <p:cNvPr id="1207" name="Zedd não é samba não, zé"/>
          <p:cNvSpPr txBox="1"/>
          <p:nvPr/>
        </p:nvSpPr>
        <p:spPr>
          <a:xfrm>
            <a:off x="8820188" y="18945468"/>
            <a:ext cx="737463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Zedd não é samba não, zé</a:t>
            </a:r>
          </a:p>
        </p:txBody>
      </p:sp>
      <p:sp>
        <p:nvSpPr>
          <p:cNvPr id="1208" name="Rectangle"/>
          <p:cNvSpPr/>
          <p:nvPr/>
        </p:nvSpPr>
        <p:spPr>
          <a:xfrm>
            <a:off x="-24688800" y="2332738"/>
            <a:ext cx="24384000" cy="2292402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9" name="Rectangle"/>
          <p:cNvSpPr/>
          <p:nvPr/>
        </p:nvSpPr>
        <p:spPr>
          <a:xfrm>
            <a:off x="-24688800" y="4625139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0" name="Rectangle"/>
          <p:cNvSpPr/>
          <p:nvPr/>
        </p:nvSpPr>
        <p:spPr>
          <a:xfrm>
            <a:off x="-24688800" y="6908359"/>
            <a:ext cx="24384000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1" name="Rectangle"/>
          <p:cNvSpPr/>
          <p:nvPr/>
        </p:nvSpPr>
        <p:spPr>
          <a:xfrm>
            <a:off x="-24688800" y="9198950"/>
            <a:ext cx="24384000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2" name="Rectangle"/>
          <p:cNvSpPr/>
          <p:nvPr/>
        </p:nvSpPr>
        <p:spPr>
          <a:xfrm>
            <a:off x="-24688800" y="11483981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3" name="Rectangle"/>
          <p:cNvSpPr/>
          <p:nvPr/>
        </p:nvSpPr>
        <p:spPr>
          <a:xfrm>
            <a:off x="-24688800" y="53886"/>
            <a:ext cx="24384000" cy="2286001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4" name="Filme"/>
          <p:cNvSpPr txBox="1"/>
          <p:nvPr/>
        </p:nvSpPr>
        <p:spPr>
          <a:xfrm>
            <a:off x="2431923" y="1269532"/>
            <a:ext cx="207031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Filme</a:t>
            </a:r>
          </a:p>
        </p:txBody>
      </p:sp>
      <p:sp>
        <p:nvSpPr>
          <p:cNvPr id="1215" name="O Enigma de Kasper Houser"/>
          <p:cNvSpPr txBox="1"/>
          <p:nvPr/>
        </p:nvSpPr>
        <p:spPr>
          <a:xfrm>
            <a:off x="10221164" y="738784"/>
            <a:ext cx="788304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O Enigma de Kasper Houser</a:t>
            </a:r>
          </a:p>
        </p:txBody>
      </p:sp>
      <p:sp>
        <p:nvSpPr>
          <p:cNvPr id="1216" name="Esse filme é feio, mas não é aqui que você vai achá-lo"/>
          <p:cNvSpPr txBox="1"/>
          <p:nvPr/>
        </p:nvSpPr>
        <p:spPr>
          <a:xfrm>
            <a:off x="8537842" y="7283226"/>
            <a:ext cx="7670216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Esse filme é feio, mas não é aqui que você vai achá-lo</a:t>
            </a:r>
          </a:p>
        </p:txBody>
      </p:sp>
      <p:sp>
        <p:nvSpPr>
          <p:cNvPr id="1217" name="Rounded Rectangle"/>
          <p:cNvSpPr/>
          <p:nvPr/>
        </p:nvSpPr>
        <p:spPr>
          <a:xfrm>
            <a:off x="19821712" y="2953102"/>
            <a:ext cx="4265572" cy="10196516"/>
          </a:xfrm>
          <a:prstGeom prst="roundRect">
            <a:avLst>
              <a:gd name="adj" fmla="val 4882"/>
            </a:avLst>
          </a:prstGeom>
          <a:solidFill>
            <a:srgbClr val="929292">
              <a:alpha val="3491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8" name="Rectangle"/>
          <p:cNvSpPr/>
          <p:nvPr/>
        </p:nvSpPr>
        <p:spPr>
          <a:xfrm>
            <a:off x="19821712" y="2959142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5">
              <a:lumOff val="-29866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9" name="Filtros"/>
          <p:cNvSpPr txBox="1"/>
          <p:nvPr/>
        </p:nvSpPr>
        <p:spPr>
          <a:xfrm>
            <a:off x="21067683" y="3154123"/>
            <a:ext cx="1773632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1220" name="Rectangle"/>
          <p:cNvSpPr/>
          <p:nvPr/>
        </p:nvSpPr>
        <p:spPr>
          <a:xfrm>
            <a:off x="19821712" y="4098521"/>
            <a:ext cx="4265572" cy="808433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1" name="Duração"/>
          <p:cNvSpPr txBox="1"/>
          <p:nvPr/>
        </p:nvSpPr>
        <p:spPr>
          <a:xfrm>
            <a:off x="21321580" y="4272054"/>
            <a:ext cx="1265836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Duração</a:t>
            </a:r>
          </a:p>
        </p:txBody>
      </p:sp>
      <p:sp>
        <p:nvSpPr>
          <p:cNvPr id="1222" name="Rectangle"/>
          <p:cNvSpPr/>
          <p:nvPr/>
        </p:nvSpPr>
        <p:spPr>
          <a:xfrm>
            <a:off x="19821712" y="6873561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3" name="Modalidade"/>
          <p:cNvSpPr txBox="1"/>
          <p:nvPr/>
        </p:nvSpPr>
        <p:spPr>
          <a:xfrm>
            <a:off x="21092828" y="7047093"/>
            <a:ext cx="17233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Modalidade</a:t>
            </a:r>
          </a:p>
        </p:txBody>
      </p:sp>
      <p:sp>
        <p:nvSpPr>
          <p:cNvPr id="1224" name="Rectangle"/>
          <p:cNvSpPr/>
          <p:nvPr/>
        </p:nvSpPr>
        <p:spPr>
          <a:xfrm>
            <a:off x="19821712" y="8703756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5" name="Preço"/>
          <p:cNvSpPr txBox="1"/>
          <p:nvPr/>
        </p:nvSpPr>
        <p:spPr>
          <a:xfrm>
            <a:off x="21499432" y="8867657"/>
            <a:ext cx="91013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Preço</a:t>
            </a:r>
          </a:p>
        </p:txBody>
      </p:sp>
      <p:sp>
        <p:nvSpPr>
          <p:cNvPr id="1226" name="1hr"/>
          <p:cNvSpPr txBox="1"/>
          <p:nvPr/>
        </p:nvSpPr>
        <p:spPr>
          <a:xfrm>
            <a:off x="21677129" y="5045937"/>
            <a:ext cx="554737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1hr</a:t>
            </a:r>
          </a:p>
        </p:txBody>
      </p:sp>
      <p:sp>
        <p:nvSpPr>
          <p:cNvPr id="1227" name="1hr30"/>
          <p:cNvSpPr txBox="1"/>
          <p:nvPr/>
        </p:nvSpPr>
        <p:spPr>
          <a:xfrm>
            <a:off x="21507660" y="5640852"/>
            <a:ext cx="89367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1hr30</a:t>
            </a:r>
          </a:p>
        </p:txBody>
      </p:sp>
      <p:sp>
        <p:nvSpPr>
          <p:cNvPr id="1228" name="2hr"/>
          <p:cNvSpPr txBox="1"/>
          <p:nvPr/>
        </p:nvSpPr>
        <p:spPr>
          <a:xfrm>
            <a:off x="21677129" y="6235766"/>
            <a:ext cx="554737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2hr</a:t>
            </a:r>
          </a:p>
        </p:txBody>
      </p:sp>
      <p:sp>
        <p:nvSpPr>
          <p:cNvPr id="1229" name="Compra"/>
          <p:cNvSpPr txBox="1"/>
          <p:nvPr/>
        </p:nvSpPr>
        <p:spPr>
          <a:xfrm>
            <a:off x="20258966" y="7918682"/>
            <a:ext cx="121523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Compra</a:t>
            </a:r>
          </a:p>
        </p:txBody>
      </p:sp>
      <p:sp>
        <p:nvSpPr>
          <p:cNvPr id="1230" name="Aluguel"/>
          <p:cNvSpPr txBox="1"/>
          <p:nvPr/>
        </p:nvSpPr>
        <p:spPr>
          <a:xfrm>
            <a:off x="22525316" y="7918682"/>
            <a:ext cx="1124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Aluguel</a:t>
            </a:r>
          </a:p>
        </p:txBody>
      </p:sp>
      <p:sp>
        <p:nvSpPr>
          <p:cNvPr id="1231" name="R$ 20"/>
          <p:cNvSpPr txBox="1"/>
          <p:nvPr/>
        </p:nvSpPr>
        <p:spPr>
          <a:xfrm>
            <a:off x="21496384" y="9784567"/>
            <a:ext cx="91623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R$ 20</a:t>
            </a:r>
          </a:p>
        </p:txBody>
      </p:sp>
      <p:sp>
        <p:nvSpPr>
          <p:cNvPr id="1232" name="R$ 15"/>
          <p:cNvSpPr txBox="1"/>
          <p:nvPr/>
        </p:nvSpPr>
        <p:spPr>
          <a:xfrm>
            <a:off x="21496384" y="10307435"/>
            <a:ext cx="91623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R$ 15</a:t>
            </a:r>
          </a:p>
        </p:txBody>
      </p:sp>
      <p:sp>
        <p:nvSpPr>
          <p:cNvPr id="1233" name="R$ 10"/>
          <p:cNvSpPr txBox="1"/>
          <p:nvPr/>
        </p:nvSpPr>
        <p:spPr>
          <a:xfrm>
            <a:off x="21496384" y="10833133"/>
            <a:ext cx="91623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R$ 10</a:t>
            </a:r>
          </a:p>
        </p:txBody>
      </p:sp>
      <p:sp>
        <p:nvSpPr>
          <p:cNvPr id="1234" name="Gratuíto"/>
          <p:cNvSpPr txBox="1"/>
          <p:nvPr/>
        </p:nvSpPr>
        <p:spPr>
          <a:xfrm>
            <a:off x="21347032" y="11357752"/>
            <a:ext cx="121493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Gratuíto</a:t>
            </a:r>
          </a:p>
        </p:txBody>
      </p:sp>
      <p:sp>
        <p:nvSpPr>
          <p:cNvPr id="1235" name="Rectangle"/>
          <p:cNvSpPr/>
          <p:nvPr/>
        </p:nvSpPr>
        <p:spPr>
          <a:xfrm>
            <a:off x="0" y="2284610"/>
            <a:ext cx="5119093" cy="2339514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6" name="Rectangle"/>
          <p:cNvSpPr/>
          <p:nvPr/>
        </p:nvSpPr>
        <p:spPr>
          <a:xfrm>
            <a:off x="0" y="4587830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7" name="Rectangle"/>
          <p:cNvSpPr/>
          <p:nvPr/>
        </p:nvSpPr>
        <p:spPr>
          <a:xfrm>
            <a:off x="0" y="6871050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8" name="Rectangle"/>
          <p:cNvSpPr/>
          <p:nvPr/>
        </p:nvSpPr>
        <p:spPr>
          <a:xfrm>
            <a:off x="0" y="9155655"/>
            <a:ext cx="5119093" cy="2286001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9" name="Rectangle"/>
          <p:cNvSpPr/>
          <p:nvPr/>
        </p:nvSpPr>
        <p:spPr>
          <a:xfrm>
            <a:off x="0" y="11411526"/>
            <a:ext cx="5119093" cy="2328253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0" name="Ação"/>
          <p:cNvSpPr txBox="1"/>
          <p:nvPr/>
        </p:nvSpPr>
        <p:spPr>
          <a:xfrm>
            <a:off x="1823940" y="5326614"/>
            <a:ext cx="151394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Ação</a:t>
            </a:r>
          </a:p>
        </p:txBody>
      </p:sp>
      <p:sp>
        <p:nvSpPr>
          <p:cNvPr id="1241" name="Aventura"/>
          <p:cNvSpPr txBox="1"/>
          <p:nvPr/>
        </p:nvSpPr>
        <p:spPr>
          <a:xfrm>
            <a:off x="1303647" y="3037413"/>
            <a:ext cx="253075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Aventura</a:t>
            </a:r>
          </a:p>
        </p:txBody>
      </p:sp>
      <p:sp>
        <p:nvSpPr>
          <p:cNvPr id="1242" name="Comédia"/>
          <p:cNvSpPr txBox="1"/>
          <p:nvPr/>
        </p:nvSpPr>
        <p:spPr>
          <a:xfrm>
            <a:off x="1324128" y="7676605"/>
            <a:ext cx="2575866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Comédia</a:t>
            </a:r>
          </a:p>
        </p:txBody>
      </p:sp>
      <p:sp>
        <p:nvSpPr>
          <p:cNvPr id="1243" name="Terror"/>
          <p:cNvSpPr txBox="1"/>
          <p:nvPr/>
        </p:nvSpPr>
        <p:spPr>
          <a:xfrm>
            <a:off x="1744997" y="9880072"/>
            <a:ext cx="167182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Terror</a:t>
            </a:r>
          </a:p>
        </p:txBody>
      </p:sp>
      <p:sp>
        <p:nvSpPr>
          <p:cNvPr id="1244" name="Ficção"/>
          <p:cNvSpPr txBox="1"/>
          <p:nvPr/>
        </p:nvSpPr>
        <p:spPr>
          <a:xfrm>
            <a:off x="1615152" y="12150311"/>
            <a:ext cx="19315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Ficção</a:t>
            </a:r>
          </a:p>
        </p:txBody>
      </p:sp>
      <p:sp>
        <p:nvSpPr>
          <p:cNvPr id="1245" name="Íris"/>
          <p:cNvSpPr txBox="1"/>
          <p:nvPr/>
        </p:nvSpPr>
        <p:spPr>
          <a:xfrm>
            <a:off x="2421407" y="370838"/>
            <a:ext cx="1641972" cy="1041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6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1246" name="Rounded Rectangle"/>
          <p:cNvSpPr/>
          <p:nvPr/>
        </p:nvSpPr>
        <p:spPr>
          <a:xfrm rot="18900000">
            <a:off x="894804" y="662311"/>
            <a:ext cx="961378" cy="961378"/>
          </a:xfrm>
          <a:prstGeom prst="roundRect">
            <a:avLst>
              <a:gd name="adj" fmla="val 156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Rectangle"/>
          <p:cNvSpPr/>
          <p:nvPr/>
        </p:nvSpPr>
        <p:spPr>
          <a:xfrm>
            <a:off x="0" y="2287022"/>
            <a:ext cx="24384000" cy="2292402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49" name="Rectangle"/>
          <p:cNvSpPr/>
          <p:nvPr/>
        </p:nvSpPr>
        <p:spPr>
          <a:xfrm>
            <a:off x="0" y="4579424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0" name="Rectangle"/>
          <p:cNvSpPr/>
          <p:nvPr/>
        </p:nvSpPr>
        <p:spPr>
          <a:xfrm>
            <a:off x="0" y="6854846"/>
            <a:ext cx="24384000" cy="2339514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1" name="Rectangle"/>
          <p:cNvSpPr/>
          <p:nvPr/>
        </p:nvSpPr>
        <p:spPr>
          <a:xfrm>
            <a:off x="0" y="9153235"/>
            <a:ext cx="24384000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2" name="Rectangle"/>
          <p:cNvSpPr/>
          <p:nvPr/>
        </p:nvSpPr>
        <p:spPr>
          <a:xfrm>
            <a:off x="0" y="11438266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3" name="Rectangle"/>
          <p:cNvSpPr/>
          <p:nvPr/>
        </p:nvSpPr>
        <p:spPr>
          <a:xfrm>
            <a:off x="0" y="-8172"/>
            <a:ext cx="24384000" cy="2302344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4" name="Rectangle"/>
          <p:cNvSpPr/>
          <p:nvPr/>
        </p:nvSpPr>
        <p:spPr>
          <a:xfrm>
            <a:off x="24993600" y="0"/>
            <a:ext cx="24384000" cy="2286000"/>
          </a:xfrm>
          <a:prstGeom prst="rect">
            <a:avLst/>
          </a:prstGeom>
          <a:solidFill>
            <a:schemeClr val="accent5">
              <a:lumOff val="-29866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5" name="Rounded Rectangle"/>
          <p:cNvSpPr/>
          <p:nvPr/>
        </p:nvSpPr>
        <p:spPr>
          <a:xfrm>
            <a:off x="29484941" y="508000"/>
            <a:ext cx="19342690" cy="1270000"/>
          </a:xfrm>
          <a:prstGeom prst="roundRect">
            <a:avLst>
              <a:gd name="adj" fmla="val 16398"/>
            </a:avLst>
          </a:prstGeom>
          <a:solidFill>
            <a:srgbClr val="FFFFFF">
              <a:alpha val="39678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6" name="Rounded Rectangle"/>
          <p:cNvSpPr/>
          <p:nvPr/>
        </p:nvSpPr>
        <p:spPr>
          <a:xfrm>
            <a:off x="30678744" y="2568619"/>
            <a:ext cx="13644726" cy="10965481"/>
          </a:xfrm>
          <a:prstGeom prst="roundRect">
            <a:avLst>
              <a:gd name="adj" fmla="val 5671"/>
            </a:avLst>
          </a:prstGeom>
          <a:solidFill>
            <a:srgbClr val="D5D5D5">
              <a:alpha val="4667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7" name="Rounded Rectangle"/>
          <p:cNvSpPr/>
          <p:nvPr/>
        </p:nvSpPr>
        <p:spPr>
          <a:xfrm>
            <a:off x="31028649" y="2788215"/>
            <a:ext cx="12944914" cy="10526290"/>
          </a:xfrm>
          <a:prstGeom prst="roundRect">
            <a:avLst>
              <a:gd name="adj" fmla="val 2875"/>
            </a:avLst>
          </a:prstGeom>
          <a:solidFill>
            <a:srgbClr val="929292">
              <a:alpha val="50077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58" name="Resultados"/>
          <p:cNvSpPr txBox="1"/>
          <p:nvPr/>
        </p:nvSpPr>
        <p:spPr>
          <a:xfrm>
            <a:off x="35779608" y="3158119"/>
            <a:ext cx="317388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1259" name="Rectangle"/>
          <p:cNvSpPr/>
          <p:nvPr/>
        </p:nvSpPr>
        <p:spPr>
          <a:xfrm>
            <a:off x="25014966" y="15279005"/>
            <a:ext cx="5119093" cy="2292402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0" name="Rounded Rectangle"/>
          <p:cNvSpPr/>
          <p:nvPr/>
        </p:nvSpPr>
        <p:spPr>
          <a:xfrm rot="18900000">
            <a:off x="4580847" y="-753153"/>
            <a:ext cx="15222306" cy="15222306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1" name="Filme"/>
          <p:cNvSpPr txBox="1"/>
          <p:nvPr/>
        </p:nvSpPr>
        <p:spPr>
          <a:xfrm>
            <a:off x="27425522" y="1269532"/>
            <a:ext cx="2070318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3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Filme</a:t>
            </a:r>
          </a:p>
        </p:txBody>
      </p:sp>
      <p:sp>
        <p:nvSpPr>
          <p:cNvPr id="1262" name="O Enigma de Kasper Houser"/>
          <p:cNvSpPr txBox="1"/>
          <p:nvPr/>
        </p:nvSpPr>
        <p:spPr>
          <a:xfrm>
            <a:off x="35214765" y="738784"/>
            <a:ext cx="788304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O Enigma de Kasper Houser</a:t>
            </a:r>
          </a:p>
        </p:txBody>
      </p:sp>
      <p:sp>
        <p:nvSpPr>
          <p:cNvPr id="1263" name="Esse filme é feio, mas não é aqui que você vai achá-lo"/>
          <p:cNvSpPr txBox="1"/>
          <p:nvPr/>
        </p:nvSpPr>
        <p:spPr>
          <a:xfrm>
            <a:off x="33531441" y="7283226"/>
            <a:ext cx="7670216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Esse filme é feio, mas não é aqui que você vai achá-lo</a:t>
            </a:r>
          </a:p>
        </p:txBody>
      </p:sp>
      <p:sp>
        <p:nvSpPr>
          <p:cNvPr id="1264" name="Rounded Rectangle"/>
          <p:cNvSpPr/>
          <p:nvPr/>
        </p:nvSpPr>
        <p:spPr>
          <a:xfrm>
            <a:off x="44815311" y="2953102"/>
            <a:ext cx="4265572" cy="10196516"/>
          </a:xfrm>
          <a:prstGeom prst="roundRect">
            <a:avLst>
              <a:gd name="adj" fmla="val 4882"/>
            </a:avLst>
          </a:prstGeom>
          <a:solidFill>
            <a:srgbClr val="929292">
              <a:alpha val="34911"/>
            </a:srgbClr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5" name="Rectangle"/>
          <p:cNvSpPr/>
          <p:nvPr/>
        </p:nvSpPr>
        <p:spPr>
          <a:xfrm>
            <a:off x="44815311" y="2959142"/>
            <a:ext cx="4265572" cy="1270001"/>
          </a:xfrm>
          <a:prstGeom prst="roundRect">
            <a:avLst>
              <a:gd name="adj" fmla="val 0"/>
            </a:avLst>
          </a:prstGeom>
          <a:solidFill>
            <a:schemeClr val="accent5">
              <a:lumOff val="-29866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6" name="Filtros"/>
          <p:cNvSpPr txBox="1"/>
          <p:nvPr/>
        </p:nvSpPr>
        <p:spPr>
          <a:xfrm>
            <a:off x="46061281" y="3154123"/>
            <a:ext cx="1773632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Filtros</a:t>
            </a:r>
          </a:p>
        </p:txBody>
      </p:sp>
      <p:sp>
        <p:nvSpPr>
          <p:cNvPr id="1267" name="Rectangle"/>
          <p:cNvSpPr/>
          <p:nvPr/>
        </p:nvSpPr>
        <p:spPr>
          <a:xfrm>
            <a:off x="44815311" y="4098521"/>
            <a:ext cx="4265572" cy="808433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68" name="Duração"/>
          <p:cNvSpPr txBox="1"/>
          <p:nvPr/>
        </p:nvSpPr>
        <p:spPr>
          <a:xfrm>
            <a:off x="46315182" y="4272054"/>
            <a:ext cx="126583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Duração</a:t>
            </a:r>
          </a:p>
        </p:txBody>
      </p:sp>
      <p:sp>
        <p:nvSpPr>
          <p:cNvPr id="1269" name="Rectangle"/>
          <p:cNvSpPr/>
          <p:nvPr/>
        </p:nvSpPr>
        <p:spPr>
          <a:xfrm>
            <a:off x="44815311" y="6873561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0" name="Modalidade"/>
          <p:cNvSpPr txBox="1"/>
          <p:nvPr/>
        </p:nvSpPr>
        <p:spPr>
          <a:xfrm>
            <a:off x="46086427" y="7047093"/>
            <a:ext cx="172334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Modalidade</a:t>
            </a:r>
          </a:p>
        </p:txBody>
      </p:sp>
      <p:sp>
        <p:nvSpPr>
          <p:cNvPr id="1271" name="Rectangle"/>
          <p:cNvSpPr/>
          <p:nvPr/>
        </p:nvSpPr>
        <p:spPr>
          <a:xfrm>
            <a:off x="44815311" y="8703756"/>
            <a:ext cx="4265572" cy="808432"/>
          </a:xfrm>
          <a:prstGeom prst="roundRect">
            <a:avLst>
              <a:gd name="adj" fmla="val 0"/>
            </a:avLst>
          </a:prstGeom>
          <a:solidFill>
            <a:srgbClr val="004B65"/>
          </a:solidFill>
          <a:ln w="12700">
            <a:miter lim="400000"/>
          </a:ln>
          <a:effectLst>
            <a:reflection blurRad="0" stA="0" stPos="0" endA="0" endPos="40000" dist="0" dir="5400000" fadeDir="5400000" sx="100000" sy="-100000" kx="0" ky="0" algn="bl" rotWithShape="0"/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72" name="Preço"/>
          <p:cNvSpPr txBox="1"/>
          <p:nvPr/>
        </p:nvSpPr>
        <p:spPr>
          <a:xfrm>
            <a:off x="46493032" y="8867657"/>
            <a:ext cx="91013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Preço</a:t>
            </a:r>
          </a:p>
        </p:txBody>
      </p:sp>
      <p:sp>
        <p:nvSpPr>
          <p:cNvPr id="1273" name="1hr"/>
          <p:cNvSpPr txBox="1"/>
          <p:nvPr/>
        </p:nvSpPr>
        <p:spPr>
          <a:xfrm>
            <a:off x="46670729" y="5045937"/>
            <a:ext cx="554737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1hr</a:t>
            </a:r>
          </a:p>
        </p:txBody>
      </p:sp>
      <p:sp>
        <p:nvSpPr>
          <p:cNvPr id="1274" name="1hr30"/>
          <p:cNvSpPr txBox="1"/>
          <p:nvPr/>
        </p:nvSpPr>
        <p:spPr>
          <a:xfrm>
            <a:off x="46501260" y="5640852"/>
            <a:ext cx="89367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1hr30</a:t>
            </a:r>
          </a:p>
        </p:txBody>
      </p:sp>
      <p:sp>
        <p:nvSpPr>
          <p:cNvPr id="1275" name="2hr"/>
          <p:cNvSpPr txBox="1"/>
          <p:nvPr/>
        </p:nvSpPr>
        <p:spPr>
          <a:xfrm>
            <a:off x="46670729" y="6235766"/>
            <a:ext cx="554737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2hr</a:t>
            </a:r>
          </a:p>
        </p:txBody>
      </p:sp>
      <p:sp>
        <p:nvSpPr>
          <p:cNvPr id="1276" name="Compra"/>
          <p:cNvSpPr txBox="1"/>
          <p:nvPr/>
        </p:nvSpPr>
        <p:spPr>
          <a:xfrm>
            <a:off x="45252568" y="7918682"/>
            <a:ext cx="1215238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Compra</a:t>
            </a:r>
          </a:p>
        </p:txBody>
      </p:sp>
      <p:sp>
        <p:nvSpPr>
          <p:cNvPr id="1277" name="Aluguel"/>
          <p:cNvSpPr txBox="1"/>
          <p:nvPr/>
        </p:nvSpPr>
        <p:spPr>
          <a:xfrm>
            <a:off x="47518916" y="7918682"/>
            <a:ext cx="112471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Aluguel</a:t>
            </a:r>
          </a:p>
        </p:txBody>
      </p:sp>
      <p:sp>
        <p:nvSpPr>
          <p:cNvPr id="1278" name="R$ 20"/>
          <p:cNvSpPr txBox="1"/>
          <p:nvPr/>
        </p:nvSpPr>
        <p:spPr>
          <a:xfrm>
            <a:off x="46489984" y="9784567"/>
            <a:ext cx="91623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R$ 20</a:t>
            </a:r>
          </a:p>
        </p:txBody>
      </p:sp>
      <p:sp>
        <p:nvSpPr>
          <p:cNvPr id="1279" name="R$ 15"/>
          <p:cNvSpPr txBox="1"/>
          <p:nvPr/>
        </p:nvSpPr>
        <p:spPr>
          <a:xfrm>
            <a:off x="46489984" y="10307435"/>
            <a:ext cx="91623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R$ 15</a:t>
            </a:r>
          </a:p>
        </p:txBody>
      </p:sp>
      <p:sp>
        <p:nvSpPr>
          <p:cNvPr id="1280" name="R$ 10"/>
          <p:cNvSpPr txBox="1"/>
          <p:nvPr/>
        </p:nvSpPr>
        <p:spPr>
          <a:xfrm>
            <a:off x="46489984" y="10833133"/>
            <a:ext cx="91623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R$ 10</a:t>
            </a:r>
          </a:p>
        </p:txBody>
      </p:sp>
      <p:sp>
        <p:nvSpPr>
          <p:cNvPr id="1281" name="Gratuíto"/>
          <p:cNvSpPr txBox="1"/>
          <p:nvPr/>
        </p:nvSpPr>
        <p:spPr>
          <a:xfrm>
            <a:off x="46340632" y="11357752"/>
            <a:ext cx="121493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2400">
                <a:solidFill>
                  <a:srgbClr val="FFFFFF"/>
                </a:solidFill>
              </a:defRPr>
            </a:lvl1pPr>
          </a:lstStyle>
          <a:p>
            <a:pPr/>
            <a:r>
              <a:t>Gratuíto</a:t>
            </a:r>
          </a:p>
        </p:txBody>
      </p:sp>
      <p:sp>
        <p:nvSpPr>
          <p:cNvPr id="1282" name="Rectangle"/>
          <p:cNvSpPr/>
          <p:nvPr/>
        </p:nvSpPr>
        <p:spPr>
          <a:xfrm>
            <a:off x="24993600" y="2284610"/>
            <a:ext cx="5119093" cy="2339514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3" name="Rectangle"/>
          <p:cNvSpPr/>
          <p:nvPr/>
        </p:nvSpPr>
        <p:spPr>
          <a:xfrm>
            <a:off x="24993600" y="4587830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4" name="Rectangle"/>
          <p:cNvSpPr/>
          <p:nvPr/>
        </p:nvSpPr>
        <p:spPr>
          <a:xfrm>
            <a:off x="24993600" y="6871050"/>
            <a:ext cx="5119093" cy="2286001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5" name="Rectangle"/>
          <p:cNvSpPr/>
          <p:nvPr/>
        </p:nvSpPr>
        <p:spPr>
          <a:xfrm>
            <a:off x="24993600" y="9155655"/>
            <a:ext cx="5119093" cy="2286001"/>
          </a:xfrm>
          <a:prstGeom prst="rect">
            <a:avLst/>
          </a:prstGeom>
          <a:solidFill>
            <a:srgbClr val="92929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6" name="Rectangle"/>
          <p:cNvSpPr/>
          <p:nvPr/>
        </p:nvSpPr>
        <p:spPr>
          <a:xfrm>
            <a:off x="24993600" y="11411526"/>
            <a:ext cx="5119093" cy="2328253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87" name="Ação"/>
          <p:cNvSpPr txBox="1"/>
          <p:nvPr/>
        </p:nvSpPr>
        <p:spPr>
          <a:xfrm>
            <a:off x="26817541" y="5326614"/>
            <a:ext cx="151394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Ação</a:t>
            </a:r>
          </a:p>
        </p:txBody>
      </p:sp>
      <p:sp>
        <p:nvSpPr>
          <p:cNvPr id="1288" name="Aventura"/>
          <p:cNvSpPr txBox="1"/>
          <p:nvPr/>
        </p:nvSpPr>
        <p:spPr>
          <a:xfrm>
            <a:off x="26297247" y="3037413"/>
            <a:ext cx="253075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Aventura</a:t>
            </a:r>
          </a:p>
        </p:txBody>
      </p:sp>
      <p:sp>
        <p:nvSpPr>
          <p:cNvPr id="1289" name="Comédia"/>
          <p:cNvSpPr txBox="1"/>
          <p:nvPr/>
        </p:nvSpPr>
        <p:spPr>
          <a:xfrm>
            <a:off x="26317728" y="7676605"/>
            <a:ext cx="2575866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Comédia</a:t>
            </a:r>
          </a:p>
        </p:txBody>
      </p:sp>
      <p:sp>
        <p:nvSpPr>
          <p:cNvPr id="1290" name="Terror"/>
          <p:cNvSpPr txBox="1"/>
          <p:nvPr/>
        </p:nvSpPr>
        <p:spPr>
          <a:xfrm>
            <a:off x="26738598" y="9880072"/>
            <a:ext cx="167182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Terror</a:t>
            </a:r>
          </a:p>
        </p:txBody>
      </p:sp>
      <p:sp>
        <p:nvSpPr>
          <p:cNvPr id="1291" name="Ficção"/>
          <p:cNvSpPr txBox="1"/>
          <p:nvPr/>
        </p:nvSpPr>
        <p:spPr>
          <a:xfrm>
            <a:off x="26608753" y="12150311"/>
            <a:ext cx="193151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2400"/>
              </a:spcBef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Ficção</a:t>
            </a:r>
          </a:p>
        </p:txBody>
      </p:sp>
      <p:sp>
        <p:nvSpPr>
          <p:cNvPr id="1292" name="Íris"/>
          <p:cNvSpPr txBox="1"/>
          <p:nvPr/>
        </p:nvSpPr>
        <p:spPr>
          <a:xfrm>
            <a:off x="11305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1293" name="Apresentação (Usuário vem Primeiro)"/>
          <p:cNvSpPr txBox="1"/>
          <p:nvPr/>
        </p:nvSpPr>
        <p:spPr>
          <a:xfrm>
            <a:off x="7082484" y="19857406"/>
            <a:ext cx="1021903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Apresentação (Usuário vem Primeiro)</a:t>
            </a:r>
          </a:p>
        </p:txBody>
      </p:sp>
      <p:sp>
        <p:nvSpPr>
          <p:cNvPr id="1294" name="Registro Rígido (Moderação de Conteúdo)"/>
          <p:cNvSpPr txBox="1"/>
          <p:nvPr/>
        </p:nvSpPr>
        <p:spPr>
          <a:xfrm>
            <a:off x="6382664" y="21892217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Registro Rígido (Moderação de Conteúdo)</a:t>
            </a:r>
          </a:p>
        </p:txBody>
      </p:sp>
      <p:sp>
        <p:nvSpPr>
          <p:cNvPr id="1295" name="Comerciável"/>
          <p:cNvSpPr txBox="1"/>
          <p:nvPr/>
        </p:nvSpPr>
        <p:spPr>
          <a:xfrm>
            <a:off x="10441381" y="28531385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Comerciável</a:t>
            </a:r>
          </a:p>
        </p:txBody>
      </p:sp>
      <p:sp>
        <p:nvSpPr>
          <p:cNvPr id="1296" name="Páginas Interconectadas"/>
          <p:cNvSpPr txBox="1"/>
          <p:nvPr/>
        </p:nvSpPr>
        <p:spPr>
          <a:xfrm>
            <a:off x="8764676" y="24194396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Páginas Interconectadas</a:t>
            </a:r>
          </a:p>
        </p:txBody>
      </p:sp>
      <p:sp>
        <p:nvSpPr>
          <p:cNvPr id="1297" name="Padronizado"/>
          <p:cNvSpPr txBox="1"/>
          <p:nvPr/>
        </p:nvSpPr>
        <p:spPr>
          <a:xfrm>
            <a:off x="10419130" y="26346985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Padronizado</a:t>
            </a:r>
          </a:p>
        </p:txBody>
      </p:sp>
      <p:sp>
        <p:nvSpPr>
          <p:cNvPr id="1298" name="Por quê Íris?"/>
          <p:cNvSpPr txBox="1"/>
          <p:nvPr/>
        </p:nvSpPr>
        <p:spPr>
          <a:xfrm>
            <a:off x="10407548" y="19040160"/>
            <a:ext cx="356890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Por quê Íris?</a:t>
            </a:r>
          </a:p>
        </p:txBody>
      </p:sp>
      <p:sp>
        <p:nvSpPr>
          <p:cNvPr id="1299" name="Porquê não é só para ganhar nota na faculdade"/>
          <p:cNvSpPr txBox="1"/>
          <p:nvPr/>
        </p:nvSpPr>
        <p:spPr>
          <a:xfrm>
            <a:off x="5642305" y="20376405"/>
            <a:ext cx="1309939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Porquê não é só para ganhar nota na faculdade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Rectangle"/>
          <p:cNvSpPr/>
          <p:nvPr/>
        </p:nvSpPr>
        <p:spPr>
          <a:xfrm>
            <a:off x="0" y="2287022"/>
            <a:ext cx="24384000" cy="2292402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2" name="Rectangle"/>
          <p:cNvSpPr/>
          <p:nvPr/>
        </p:nvSpPr>
        <p:spPr>
          <a:xfrm>
            <a:off x="0" y="4579424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3" name="Rectangle"/>
          <p:cNvSpPr/>
          <p:nvPr/>
        </p:nvSpPr>
        <p:spPr>
          <a:xfrm>
            <a:off x="0" y="6854846"/>
            <a:ext cx="24384000" cy="2339514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4" name="Rectangle"/>
          <p:cNvSpPr/>
          <p:nvPr/>
        </p:nvSpPr>
        <p:spPr>
          <a:xfrm>
            <a:off x="0" y="9153235"/>
            <a:ext cx="24384000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5" name="Rectangle"/>
          <p:cNvSpPr/>
          <p:nvPr/>
        </p:nvSpPr>
        <p:spPr>
          <a:xfrm>
            <a:off x="0" y="11438266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6" name="Rectangle"/>
          <p:cNvSpPr/>
          <p:nvPr/>
        </p:nvSpPr>
        <p:spPr>
          <a:xfrm>
            <a:off x="0" y="-8172"/>
            <a:ext cx="24384000" cy="2302344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7" name="Rectangle"/>
          <p:cNvSpPr/>
          <p:nvPr/>
        </p:nvSpPr>
        <p:spPr>
          <a:xfrm>
            <a:off x="25014966" y="15279005"/>
            <a:ext cx="5119093" cy="2292402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8" name="Zedd não é samba não, zé"/>
          <p:cNvSpPr txBox="1"/>
          <p:nvPr/>
        </p:nvSpPr>
        <p:spPr>
          <a:xfrm>
            <a:off x="8820188" y="18945468"/>
            <a:ext cx="737463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Zedd não é samba não, zé</a:t>
            </a:r>
          </a:p>
        </p:txBody>
      </p:sp>
      <p:sp>
        <p:nvSpPr>
          <p:cNvPr id="1309" name="Rounded Rectangle"/>
          <p:cNvSpPr/>
          <p:nvPr/>
        </p:nvSpPr>
        <p:spPr>
          <a:xfrm rot="18900000">
            <a:off x="4580847" y="-753153"/>
            <a:ext cx="15222306" cy="15222306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10" name="Íris"/>
          <p:cNvSpPr txBox="1"/>
          <p:nvPr/>
        </p:nvSpPr>
        <p:spPr>
          <a:xfrm>
            <a:off x="11305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1311" name="Apresentação (Usuário vem Primeiro)"/>
          <p:cNvSpPr txBox="1"/>
          <p:nvPr/>
        </p:nvSpPr>
        <p:spPr>
          <a:xfrm>
            <a:off x="7082484" y="19857406"/>
            <a:ext cx="1021903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Apresentação (Usuário vem Primeiro)</a:t>
            </a:r>
          </a:p>
        </p:txBody>
      </p:sp>
      <p:sp>
        <p:nvSpPr>
          <p:cNvPr id="1312" name="Registro Rígido (Moderação de Conteúdo)"/>
          <p:cNvSpPr txBox="1"/>
          <p:nvPr/>
        </p:nvSpPr>
        <p:spPr>
          <a:xfrm>
            <a:off x="6382664" y="21892217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Registro Rígido (Moderação de Conteúdo)</a:t>
            </a:r>
          </a:p>
        </p:txBody>
      </p:sp>
      <p:sp>
        <p:nvSpPr>
          <p:cNvPr id="1313" name="Comerciável"/>
          <p:cNvSpPr txBox="1"/>
          <p:nvPr/>
        </p:nvSpPr>
        <p:spPr>
          <a:xfrm>
            <a:off x="10441381" y="28531385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Comerciável</a:t>
            </a:r>
          </a:p>
        </p:txBody>
      </p:sp>
      <p:sp>
        <p:nvSpPr>
          <p:cNvPr id="1314" name="Páginas Interconectadas"/>
          <p:cNvSpPr txBox="1"/>
          <p:nvPr/>
        </p:nvSpPr>
        <p:spPr>
          <a:xfrm>
            <a:off x="8764676" y="24194396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Páginas Interconectadas</a:t>
            </a:r>
          </a:p>
        </p:txBody>
      </p:sp>
      <p:sp>
        <p:nvSpPr>
          <p:cNvPr id="1315" name="Padronizado"/>
          <p:cNvSpPr txBox="1"/>
          <p:nvPr/>
        </p:nvSpPr>
        <p:spPr>
          <a:xfrm>
            <a:off x="10419130" y="26346985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Padronizado</a:t>
            </a:r>
          </a:p>
        </p:txBody>
      </p:sp>
      <p:sp>
        <p:nvSpPr>
          <p:cNvPr id="1316" name="Por quê Íris?"/>
          <p:cNvSpPr txBox="1"/>
          <p:nvPr/>
        </p:nvSpPr>
        <p:spPr>
          <a:xfrm>
            <a:off x="10407548" y="5598513"/>
            <a:ext cx="3568904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Por quê Íris?</a:t>
            </a:r>
          </a:p>
        </p:txBody>
      </p:sp>
      <p:sp>
        <p:nvSpPr>
          <p:cNvPr id="1317" name="Porquê não é só para ganhar nota na faculdade"/>
          <p:cNvSpPr txBox="1"/>
          <p:nvPr/>
        </p:nvSpPr>
        <p:spPr>
          <a:xfrm>
            <a:off x="5957811" y="7620387"/>
            <a:ext cx="1309939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Porquê não é só para ganhar nota na faculdade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Rectangle"/>
          <p:cNvSpPr/>
          <p:nvPr/>
        </p:nvSpPr>
        <p:spPr>
          <a:xfrm>
            <a:off x="0" y="2287022"/>
            <a:ext cx="24384000" cy="2292402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0" name="Rectangle"/>
          <p:cNvSpPr/>
          <p:nvPr/>
        </p:nvSpPr>
        <p:spPr>
          <a:xfrm>
            <a:off x="0" y="4579424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1" name="Rectangle"/>
          <p:cNvSpPr/>
          <p:nvPr/>
        </p:nvSpPr>
        <p:spPr>
          <a:xfrm>
            <a:off x="0" y="6854846"/>
            <a:ext cx="24384000" cy="2339514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2" name="Rectangle"/>
          <p:cNvSpPr/>
          <p:nvPr/>
        </p:nvSpPr>
        <p:spPr>
          <a:xfrm>
            <a:off x="0" y="9153235"/>
            <a:ext cx="24384000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3" name="Rectangle"/>
          <p:cNvSpPr/>
          <p:nvPr/>
        </p:nvSpPr>
        <p:spPr>
          <a:xfrm>
            <a:off x="0" y="11438266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4" name="Rectangle"/>
          <p:cNvSpPr/>
          <p:nvPr/>
        </p:nvSpPr>
        <p:spPr>
          <a:xfrm>
            <a:off x="0" y="-8172"/>
            <a:ext cx="24384000" cy="2302344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5" name="Rounded Rectangle"/>
          <p:cNvSpPr/>
          <p:nvPr/>
        </p:nvSpPr>
        <p:spPr>
          <a:xfrm rot="18900000">
            <a:off x="4580847" y="-753153"/>
            <a:ext cx="15222306" cy="15222306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6" name="Apresentação (Usuário vem Primeiro)"/>
          <p:cNvSpPr txBox="1"/>
          <p:nvPr/>
        </p:nvSpPr>
        <p:spPr>
          <a:xfrm>
            <a:off x="7082484" y="3283398"/>
            <a:ext cx="1021903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327" name="Registro Rígido (Moderação de Conteúdo)"/>
          <p:cNvSpPr txBox="1"/>
          <p:nvPr/>
        </p:nvSpPr>
        <p:spPr>
          <a:xfrm>
            <a:off x="6382664" y="5527377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328" name="Comerciável"/>
          <p:cNvSpPr txBox="1"/>
          <p:nvPr/>
        </p:nvSpPr>
        <p:spPr>
          <a:xfrm>
            <a:off x="10441381" y="11957377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329" name="Páginas Interconectadas"/>
          <p:cNvSpPr txBox="1"/>
          <p:nvPr/>
        </p:nvSpPr>
        <p:spPr>
          <a:xfrm>
            <a:off x="8764676" y="7620387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330" name="Padronizado"/>
          <p:cNvSpPr txBox="1"/>
          <p:nvPr/>
        </p:nvSpPr>
        <p:spPr>
          <a:xfrm>
            <a:off x="10419130" y="9772977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331" name="Íris"/>
          <p:cNvSpPr txBox="1"/>
          <p:nvPr/>
        </p:nvSpPr>
        <p:spPr>
          <a:xfrm>
            <a:off x="11305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1332" name="Rounded Rectangle"/>
          <p:cNvSpPr/>
          <p:nvPr/>
        </p:nvSpPr>
        <p:spPr>
          <a:xfrm>
            <a:off x="389432" y="-2561806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Rectangle"/>
          <p:cNvSpPr/>
          <p:nvPr/>
        </p:nvSpPr>
        <p:spPr>
          <a:xfrm>
            <a:off x="0" y="2287022"/>
            <a:ext cx="24384000" cy="2292402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5" name="Rectangle"/>
          <p:cNvSpPr/>
          <p:nvPr/>
        </p:nvSpPr>
        <p:spPr>
          <a:xfrm>
            <a:off x="0" y="4579424"/>
            <a:ext cx="24384000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6" name="Rectangle"/>
          <p:cNvSpPr/>
          <p:nvPr/>
        </p:nvSpPr>
        <p:spPr>
          <a:xfrm>
            <a:off x="0" y="6854846"/>
            <a:ext cx="24384000" cy="2339514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7" name="Rectangle"/>
          <p:cNvSpPr/>
          <p:nvPr/>
        </p:nvSpPr>
        <p:spPr>
          <a:xfrm>
            <a:off x="0" y="9153235"/>
            <a:ext cx="24384000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8" name="Rectangle"/>
          <p:cNvSpPr/>
          <p:nvPr/>
        </p:nvSpPr>
        <p:spPr>
          <a:xfrm>
            <a:off x="0" y="11438266"/>
            <a:ext cx="24384000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39" name="Rectangle"/>
          <p:cNvSpPr/>
          <p:nvPr/>
        </p:nvSpPr>
        <p:spPr>
          <a:xfrm>
            <a:off x="0" y="-8172"/>
            <a:ext cx="24384000" cy="2302344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40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41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42" name="Apresentação (Usuário vem Primeiro)"/>
          <p:cNvSpPr txBox="1"/>
          <p:nvPr/>
        </p:nvSpPr>
        <p:spPr>
          <a:xfrm>
            <a:off x="7082484" y="3283398"/>
            <a:ext cx="1021903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343" name="Registro Rígido (Moderação de Conteúdo)"/>
          <p:cNvSpPr txBox="1"/>
          <p:nvPr/>
        </p:nvSpPr>
        <p:spPr>
          <a:xfrm>
            <a:off x="6382664" y="5527377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344" name="Comerciável"/>
          <p:cNvSpPr txBox="1"/>
          <p:nvPr/>
        </p:nvSpPr>
        <p:spPr>
          <a:xfrm>
            <a:off x="10441381" y="11957377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345" name="Páginas Interconectadas"/>
          <p:cNvSpPr txBox="1"/>
          <p:nvPr/>
        </p:nvSpPr>
        <p:spPr>
          <a:xfrm>
            <a:off x="8764676" y="7620387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346" name="Padronizado"/>
          <p:cNvSpPr txBox="1"/>
          <p:nvPr/>
        </p:nvSpPr>
        <p:spPr>
          <a:xfrm>
            <a:off x="10419130" y="9772977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347" name="Íris"/>
          <p:cNvSpPr txBox="1"/>
          <p:nvPr/>
        </p:nvSpPr>
        <p:spPr>
          <a:xfrm>
            <a:off x="11305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0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51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352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353" name="Páginas Interconectadas"/>
          <p:cNvSpPr txBox="1"/>
          <p:nvPr/>
        </p:nvSpPr>
        <p:spPr>
          <a:xfrm>
            <a:off x="8764676" y="14464436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354" name="Padronizado"/>
          <p:cNvSpPr txBox="1"/>
          <p:nvPr/>
        </p:nvSpPr>
        <p:spPr>
          <a:xfrm>
            <a:off x="10419130" y="16617026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355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356" name="Screenshot 2025-03-23 at 15.19.18.png" descr="Screenshot 2025-03-23 at 15.19.1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90881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357" name="Registro Rígido (Moderação de Conteúdo)"/>
          <p:cNvSpPr txBox="1"/>
          <p:nvPr/>
        </p:nvSpPr>
        <p:spPr>
          <a:xfrm>
            <a:off x="6382664" y="6453784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0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61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362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363" name="Páginas Interconectadas"/>
          <p:cNvSpPr txBox="1"/>
          <p:nvPr/>
        </p:nvSpPr>
        <p:spPr>
          <a:xfrm>
            <a:off x="8764676" y="14464436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364" name="Padronizado"/>
          <p:cNvSpPr txBox="1"/>
          <p:nvPr/>
        </p:nvSpPr>
        <p:spPr>
          <a:xfrm>
            <a:off x="10419130" y="16617026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365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366" name="Screenshot 2025-03-23 at 15.19.18.png" descr="Screenshot 2025-03-23 at 15.19.1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49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7" name="Screenshot 2025-03-23 at 15.31.32.png" descr="Screenshot 2025-03-23 at 15.31.3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929765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368" name="Registro Rígido (Moderação de Conteúdo)"/>
          <p:cNvSpPr txBox="1"/>
          <p:nvPr/>
        </p:nvSpPr>
        <p:spPr>
          <a:xfrm>
            <a:off x="6382664" y="776338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1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72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373" name="Registro Rígido (Moderação de Conteúdo)"/>
          <p:cNvSpPr txBox="1"/>
          <p:nvPr/>
        </p:nvSpPr>
        <p:spPr>
          <a:xfrm>
            <a:off x="6382664" y="776338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374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375" name="Páginas Interconectadas"/>
          <p:cNvSpPr txBox="1"/>
          <p:nvPr/>
        </p:nvSpPr>
        <p:spPr>
          <a:xfrm>
            <a:off x="8764676" y="14464436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376" name="Padronizado"/>
          <p:cNvSpPr txBox="1"/>
          <p:nvPr/>
        </p:nvSpPr>
        <p:spPr>
          <a:xfrm>
            <a:off x="10419130" y="16617026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377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378" name="Screenshot 2025-03-23 at 15.19.18.png" descr="Screenshot 2025-03-23 at 15.19.1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1874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79" name="Screenshot 2025-03-23 at 15.31.32.png" descr="Screenshot 2025-03-23 at 15.31.3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49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380" name="Inconsistência"/>
          <p:cNvSpPr txBox="1"/>
          <p:nvPr/>
        </p:nvSpPr>
        <p:spPr>
          <a:xfrm>
            <a:off x="10181691" y="15540730"/>
            <a:ext cx="402061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Inconsistência</a:t>
            </a:r>
          </a:p>
        </p:txBody>
      </p:sp>
      <p:sp>
        <p:nvSpPr>
          <p:cNvPr id="1381" name="🕵️♀️"/>
          <p:cNvSpPr txBox="1"/>
          <p:nvPr/>
        </p:nvSpPr>
        <p:spPr>
          <a:xfrm>
            <a:off x="11322050" y="16457694"/>
            <a:ext cx="1739900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🕵️‍♀️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4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85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386" name="Registro Rígido (Moderação de Conteúdo)"/>
          <p:cNvSpPr txBox="1"/>
          <p:nvPr/>
        </p:nvSpPr>
        <p:spPr>
          <a:xfrm>
            <a:off x="6382664" y="776338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387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388" name="Páginas Interconectadas"/>
          <p:cNvSpPr txBox="1"/>
          <p:nvPr/>
        </p:nvSpPr>
        <p:spPr>
          <a:xfrm>
            <a:off x="8764676" y="14464436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389" name="Padronizado"/>
          <p:cNvSpPr txBox="1"/>
          <p:nvPr/>
        </p:nvSpPr>
        <p:spPr>
          <a:xfrm>
            <a:off x="10419130" y="16617026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390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391" name="Screenshot 2025-03-23 at 15.19.18.png" descr="Screenshot 2025-03-23 at 15.19.1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61874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2" name="Screenshot 2025-03-23 at 15.31.32.png" descr="Screenshot 2025-03-23 at 15.31.32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9080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sp>
        <p:nvSpPr>
          <p:cNvPr id="1393" name="Inconsistência"/>
          <p:cNvSpPr txBox="1"/>
          <p:nvPr/>
        </p:nvSpPr>
        <p:spPr>
          <a:xfrm>
            <a:off x="10181691" y="6709968"/>
            <a:ext cx="402061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Inconsistência</a:t>
            </a:r>
          </a:p>
        </p:txBody>
      </p:sp>
      <p:sp>
        <p:nvSpPr>
          <p:cNvPr id="1394" name="🕵️♀️"/>
          <p:cNvSpPr txBox="1"/>
          <p:nvPr/>
        </p:nvSpPr>
        <p:spPr>
          <a:xfrm>
            <a:off x="11322050" y="7353562"/>
            <a:ext cx="1739900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🕵️‍♀️</a:t>
            </a:r>
          </a:p>
        </p:txBody>
      </p:sp>
      <p:pic>
        <p:nvPicPr>
          <p:cNvPr id="1395" name="Screenshot 2025-03-23 at 15.30.24.png" descr="Screenshot 2025-03-23 at 15.30.24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8847594" y="2662965"/>
            <a:ext cx="18084801" cy="1000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8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99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400" name="Registro Rígido (Moderação de Conteúdo)"/>
          <p:cNvSpPr txBox="1"/>
          <p:nvPr/>
        </p:nvSpPr>
        <p:spPr>
          <a:xfrm>
            <a:off x="6382664" y="776338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401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402" name="Páginas Interconectadas"/>
          <p:cNvSpPr txBox="1"/>
          <p:nvPr/>
        </p:nvSpPr>
        <p:spPr>
          <a:xfrm>
            <a:off x="8764676" y="14464436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403" name="Padronizado"/>
          <p:cNvSpPr txBox="1"/>
          <p:nvPr/>
        </p:nvSpPr>
        <p:spPr>
          <a:xfrm>
            <a:off x="10419130" y="16617026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404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1405" name="Inconsistência"/>
          <p:cNvSpPr txBox="1"/>
          <p:nvPr/>
        </p:nvSpPr>
        <p:spPr>
          <a:xfrm>
            <a:off x="10181691" y="16021304"/>
            <a:ext cx="402061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Inconsistência</a:t>
            </a:r>
          </a:p>
        </p:txBody>
      </p:sp>
      <p:sp>
        <p:nvSpPr>
          <p:cNvPr id="1406" name="🕵️♀️"/>
          <p:cNvSpPr txBox="1"/>
          <p:nvPr/>
        </p:nvSpPr>
        <p:spPr>
          <a:xfrm>
            <a:off x="11322050" y="16664897"/>
            <a:ext cx="1739900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🕵️‍♀️</a:t>
            </a:r>
          </a:p>
        </p:txBody>
      </p:sp>
      <p:pic>
        <p:nvPicPr>
          <p:cNvPr id="1407" name="Screenshot 2025-03-23 at 15.30.24.png" descr="Screenshot 2025-03-23 at 15.30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49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8" name="Screenshot 2025-03-23 at 15.52.14.png" descr="Screenshot 2025-03-23 at 15.52.1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94564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1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12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413" name="Registro Rígido (Moderação de Conteúdo)"/>
          <p:cNvSpPr txBox="1"/>
          <p:nvPr/>
        </p:nvSpPr>
        <p:spPr>
          <a:xfrm>
            <a:off x="6382664" y="776338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414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415" name="Páginas Interconectadas"/>
          <p:cNvSpPr txBox="1"/>
          <p:nvPr/>
        </p:nvSpPr>
        <p:spPr>
          <a:xfrm>
            <a:off x="8764676" y="14464436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416" name="Padronizado"/>
          <p:cNvSpPr txBox="1"/>
          <p:nvPr/>
        </p:nvSpPr>
        <p:spPr>
          <a:xfrm>
            <a:off x="10419130" y="16617026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417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sp>
        <p:nvSpPr>
          <p:cNvPr id="1418" name="Inconsistência"/>
          <p:cNvSpPr txBox="1"/>
          <p:nvPr/>
        </p:nvSpPr>
        <p:spPr>
          <a:xfrm>
            <a:off x="10181691" y="16021304"/>
            <a:ext cx="402061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Inconsistência</a:t>
            </a:r>
          </a:p>
        </p:txBody>
      </p:sp>
      <p:sp>
        <p:nvSpPr>
          <p:cNvPr id="1419" name="🕵️♀️"/>
          <p:cNvSpPr txBox="1"/>
          <p:nvPr/>
        </p:nvSpPr>
        <p:spPr>
          <a:xfrm>
            <a:off x="11322050" y="16664897"/>
            <a:ext cx="1739900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457200">
              <a:lnSpc>
                <a:spcPct val="100000"/>
              </a:lnSpc>
              <a:spcBef>
                <a:spcPts val="0"/>
              </a:spcBef>
              <a:defRPr sz="128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🕵️‍♀️</a:t>
            </a:r>
          </a:p>
        </p:txBody>
      </p:sp>
      <p:pic>
        <p:nvPicPr>
          <p:cNvPr id="1420" name="Screenshot 2025-03-23 at 15.30.24.png" descr="Screenshot 2025-03-23 at 15.30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1714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1" name="Screenshot 2025-03-23 at 15.52.14.png" descr="Screenshot 2025-03-23 at 15.52.1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49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4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25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426" name="Registro Rígido (Moderação de Conteúdo)"/>
          <p:cNvSpPr txBox="1"/>
          <p:nvPr/>
        </p:nvSpPr>
        <p:spPr>
          <a:xfrm>
            <a:off x="6382664" y="-2932062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427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428" name="Páginas Interconectadas"/>
          <p:cNvSpPr txBox="1"/>
          <p:nvPr/>
        </p:nvSpPr>
        <p:spPr>
          <a:xfrm>
            <a:off x="8764676" y="6453784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429" name="Padronizado"/>
          <p:cNvSpPr txBox="1"/>
          <p:nvPr/>
        </p:nvSpPr>
        <p:spPr>
          <a:xfrm>
            <a:off x="10419130" y="16617026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430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431" name="Screenshot 2025-03-23 at 15.30.24.png" descr="Screenshot 2025-03-23 at 15.30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1714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2" name="Screenshot 2025-03-23 at 15.52.14.png" descr="Screenshot 2025-03-23 at 15.52.1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9080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5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36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437" name="Registro Rígido (Moderação de Conteúdo)"/>
          <p:cNvSpPr txBox="1"/>
          <p:nvPr/>
        </p:nvSpPr>
        <p:spPr>
          <a:xfrm>
            <a:off x="6382664" y="-2932062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438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439" name="Páginas Interconectadas"/>
          <p:cNvSpPr txBox="1"/>
          <p:nvPr/>
        </p:nvSpPr>
        <p:spPr>
          <a:xfrm>
            <a:off x="8764676" y="6453784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440" name="Padronizado"/>
          <p:cNvSpPr txBox="1"/>
          <p:nvPr/>
        </p:nvSpPr>
        <p:spPr>
          <a:xfrm>
            <a:off x="10419130" y="7934682"/>
            <a:ext cx="354574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441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442" name="Screenshot 2025-03-23 at 15.30.24.png" descr="Screenshot 2025-03-23 at 15.30.2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51714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3" name="Screenshot 2025-03-23 at 15.52.14.png" descr="Screenshot 2025-03-23 at 15.52.14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59080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46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47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448" name="Registro Rígido (Moderação de Conteúdo)"/>
          <p:cNvSpPr txBox="1"/>
          <p:nvPr/>
        </p:nvSpPr>
        <p:spPr>
          <a:xfrm>
            <a:off x="6382664" y="-2932062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449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450" name="Páginas Interconectadas"/>
          <p:cNvSpPr txBox="1"/>
          <p:nvPr/>
        </p:nvSpPr>
        <p:spPr>
          <a:xfrm>
            <a:off x="7750149" y="738784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451" name="Padronizado"/>
          <p:cNvSpPr txBox="1"/>
          <p:nvPr/>
        </p:nvSpPr>
        <p:spPr>
          <a:xfrm>
            <a:off x="19309131" y="738784"/>
            <a:ext cx="354573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452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453" name="Screenshot 2025-03-23 at 15.52.14.png" descr="Screenshot 2025-03-23 at 15.52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49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4" name="Screenshot 2025-03-23 at 15.59.25.png" descr="Screenshot 2025-03-23 at 15.59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0350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57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58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459" name="Registro Rígido (Moderação de Conteúdo)"/>
          <p:cNvSpPr txBox="1"/>
          <p:nvPr/>
        </p:nvSpPr>
        <p:spPr>
          <a:xfrm>
            <a:off x="6382664" y="-2932062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460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461" name="Páginas Interconectadas"/>
          <p:cNvSpPr txBox="1"/>
          <p:nvPr/>
        </p:nvSpPr>
        <p:spPr>
          <a:xfrm>
            <a:off x="7750149" y="738784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462" name="Padronizado"/>
          <p:cNvSpPr txBox="1"/>
          <p:nvPr/>
        </p:nvSpPr>
        <p:spPr>
          <a:xfrm>
            <a:off x="19309131" y="738784"/>
            <a:ext cx="354573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463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464" name="Screenshot 2025-03-23 at 15.52.14.png" descr="Screenshot 2025-03-23 at 15.52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8643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5" name="Screenshot 2025-03-23 at 15.59.25.png" descr="Screenshot 2025-03-23 at 15.59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49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6" name="Screenshot 2025-03-23 at 16.03.11.png" descr="Screenshot 2025-03-23 at 16.03.1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5492868" y="2662965"/>
            <a:ext cx="18084801" cy="1000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69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70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471" name="Registro Rígido (Moderação de Conteúdo)"/>
          <p:cNvSpPr txBox="1"/>
          <p:nvPr/>
        </p:nvSpPr>
        <p:spPr>
          <a:xfrm>
            <a:off x="6382664" y="-2932062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472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473" name="Páginas Interconectadas"/>
          <p:cNvSpPr txBox="1"/>
          <p:nvPr/>
        </p:nvSpPr>
        <p:spPr>
          <a:xfrm>
            <a:off x="7750149" y="738784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474" name="Padronizado"/>
          <p:cNvSpPr txBox="1"/>
          <p:nvPr/>
        </p:nvSpPr>
        <p:spPr>
          <a:xfrm>
            <a:off x="19309131" y="738784"/>
            <a:ext cx="354573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475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476" name="Screenshot 2025-03-23 at 15.52.14.png" descr="Screenshot 2025-03-23 at 15.52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8643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7" name="Screenshot 2025-03-23 at 15.59.25.png" descr="Screenshot 2025-03-23 at 15.59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89484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8" name="Screenshot 2025-03-23 at 16.03.11.png" descr="Screenshot 2025-03-23 at 16.03.1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49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9" name="Screenshot 2025-03-23 at 16.04.37.png" descr="Screenshot 2025-03-23 at 16.04.37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5770879" y="2650265"/>
            <a:ext cx="3771901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0" name="Screenshot 2025-03-23 at 16.04.52.png" descr="Screenshot 2025-03-23 at 16.04.52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0751164" y="2650265"/>
            <a:ext cx="3771901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1" name="Screenshot 2025-03-23 at 16.05.05.png" descr="Screenshot 2025-03-23 at 16.05.05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5731450" y="2650265"/>
            <a:ext cx="37719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2" name="Screenshot 2025-03-23 at 16.05.18.png" descr="Screenshot 2025-03-23 at 16.05.18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0711735" y="2650265"/>
            <a:ext cx="3771901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3" name="Screenshot 2025-03-23 at 16.05.38.png" descr="Screenshot 2025-03-23 at 16.05.38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692020" y="2675665"/>
            <a:ext cx="3771901" cy="1000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86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87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488" name="Registro Rígido (Moderação de Conteúdo)"/>
          <p:cNvSpPr txBox="1"/>
          <p:nvPr/>
        </p:nvSpPr>
        <p:spPr>
          <a:xfrm>
            <a:off x="6382664" y="-2932062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489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490" name="Páginas Interconectadas"/>
          <p:cNvSpPr txBox="1"/>
          <p:nvPr/>
        </p:nvSpPr>
        <p:spPr>
          <a:xfrm>
            <a:off x="7750149" y="738784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491" name="Padronizado"/>
          <p:cNvSpPr txBox="1"/>
          <p:nvPr/>
        </p:nvSpPr>
        <p:spPr>
          <a:xfrm>
            <a:off x="19309131" y="738784"/>
            <a:ext cx="354573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492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493" name="Screenshot 2025-03-23 at 15.52.14.png" descr="Screenshot 2025-03-23 at 15.52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8643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4" name="Screenshot 2025-03-23 at 15.59.25.png" descr="Screenshot 2025-03-23 at 15.59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89484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5" name="Screenshot 2025-03-23 at 16.03.11.png" descr="Screenshot 2025-03-23 at 16.03.1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8643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6" name="Screenshot 2025-03-23 at 16.04.37.png" descr="Screenshot 2025-03-23 at 16.04.37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45479" y="2650265"/>
            <a:ext cx="3771901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7" name="Screenshot 2025-03-23 at 16.04.52.png" descr="Screenshot 2025-03-23 at 16.04.52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325764" y="2650265"/>
            <a:ext cx="3771901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8" name="Screenshot 2025-03-23 at 16.05.05.png" descr="Screenshot 2025-03-23 at 16.05.05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0306050" y="2650265"/>
            <a:ext cx="37719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9" name="Screenshot 2025-03-23 at 16.05.18.png" descr="Screenshot 2025-03-23 at 16.05.18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5286335" y="2650265"/>
            <a:ext cx="3771901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0" name="Screenshot 2025-03-23 at 16.05.38.png" descr="Screenshot 2025-03-23 at 16.05.38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0266620" y="2675665"/>
            <a:ext cx="3771901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1" name="pasted-movie.png" descr="pasted-movie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4942800" y="2548170"/>
            <a:ext cx="14346827" cy="107959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4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5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506" name="Registro Rígido (Moderação de Conteúdo)"/>
          <p:cNvSpPr txBox="1"/>
          <p:nvPr/>
        </p:nvSpPr>
        <p:spPr>
          <a:xfrm>
            <a:off x="6382664" y="-2932062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507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508" name="Páginas Interconectadas"/>
          <p:cNvSpPr txBox="1"/>
          <p:nvPr/>
        </p:nvSpPr>
        <p:spPr>
          <a:xfrm>
            <a:off x="7750149" y="738784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509" name="Padronizado"/>
          <p:cNvSpPr txBox="1"/>
          <p:nvPr/>
        </p:nvSpPr>
        <p:spPr>
          <a:xfrm>
            <a:off x="19309131" y="738784"/>
            <a:ext cx="354573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510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511" name="Screenshot 2025-03-23 at 15.52.14.png" descr="Screenshot 2025-03-23 at 15.52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8643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2" name="Screenshot 2025-03-23 at 15.59.25.png" descr="Screenshot 2025-03-23 at 15.59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89484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3" name="Screenshot 2025-03-23 at 16.03.11.png" descr="Screenshot 2025-03-23 at 16.03.1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8643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4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018586" y="2522770"/>
            <a:ext cx="14346828" cy="1079599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5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5744985" y="2522770"/>
            <a:ext cx="14346830" cy="1079599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6" name="Screenshot 2025-03-23 at 16.04.37.png" descr="Screenshot 2025-03-23 at 16.04.37.png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-24368721" y="2650265"/>
            <a:ext cx="3771901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7" name="Screenshot 2025-03-23 at 16.04.52.png" descr="Screenshot 2025-03-23 at 16.04.52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-19388436" y="2650265"/>
            <a:ext cx="3771901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8" name="Screenshot 2025-03-23 at 16.05.05.png" descr="Screenshot 2025-03-23 at 16.05.05.png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-14408150" y="2650265"/>
            <a:ext cx="37719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9" name="Screenshot 2025-03-23 at 16.05.18.png" descr="Screenshot 2025-03-23 at 16.05.18.png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-9427865" y="2650265"/>
            <a:ext cx="3771901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0" name="Screenshot 2025-03-23 at 16.05.38.png" descr="Screenshot 2025-03-23 at 16.05.38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-4447580" y="2675665"/>
            <a:ext cx="3771901" cy="10007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Rounded Rectangle"/>
          <p:cNvSpPr/>
          <p:nvPr/>
        </p:nvSpPr>
        <p:spPr>
          <a:xfrm rot="18900000">
            <a:off x="-1747849" y="-7081849"/>
            <a:ext cx="27879698" cy="27879698"/>
          </a:xfrm>
          <a:prstGeom prst="roundRect">
            <a:avLst>
              <a:gd name="adj" fmla="val 4063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23" name="Rounded Rectangle"/>
          <p:cNvSpPr/>
          <p:nvPr/>
        </p:nvSpPr>
        <p:spPr>
          <a:xfrm>
            <a:off x="389432" y="239067"/>
            <a:ext cx="23605136" cy="1807866"/>
          </a:xfrm>
          <a:prstGeom prst="roundRect">
            <a:avLst>
              <a:gd name="adj" fmla="val 17156"/>
            </a:avLst>
          </a:prstGeom>
          <a:solidFill>
            <a:srgbClr val="D5D5D5">
              <a:alpha val="39708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24" name="Apresentação (Usuário vem Primeiro)"/>
          <p:cNvSpPr txBox="1"/>
          <p:nvPr/>
        </p:nvSpPr>
        <p:spPr>
          <a:xfrm>
            <a:off x="7082484" y="-1562373"/>
            <a:ext cx="10219031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Apresentação (Usuário vem Primeiro)</a:t>
            </a:r>
          </a:p>
        </p:txBody>
      </p:sp>
      <p:sp>
        <p:nvSpPr>
          <p:cNvPr id="1525" name="Registro Rígido (Moderação de Conteúdo)"/>
          <p:cNvSpPr txBox="1"/>
          <p:nvPr/>
        </p:nvSpPr>
        <p:spPr>
          <a:xfrm>
            <a:off x="6382664" y="-2932062"/>
            <a:ext cx="1161867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Registro Rígido (Moderação de Conteúdo)</a:t>
            </a:r>
          </a:p>
        </p:txBody>
      </p:sp>
      <p:sp>
        <p:nvSpPr>
          <p:cNvPr id="1526" name="Comerciável"/>
          <p:cNvSpPr txBox="1"/>
          <p:nvPr/>
        </p:nvSpPr>
        <p:spPr>
          <a:xfrm>
            <a:off x="10441381" y="18801426"/>
            <a:ext cx="35012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Comerciável</a:t>
            </a:r>
          </a:p>
        </p:txBody>
      </p:sp>
      <p:sp>
        <p:nvSpPr>
          <p:cNvPr id="1527" name="Páginas Interconectadas"/>
          <p:cNvSpPr txBox="1"/>
          <p:nvPr/>
        </p:nvSpPr>
        <p:spPr>
          <a:xfrm>
            <a:off x="7750149" y="738784"/>
            <a:ext cx="685464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Páginas Interconectadas</a:t>
            </a:r>
          </a:p>
        </p:txBody>
      </p:sp>
      <p:sp>
        <p:nvSpPr>
          <p:cNvPr id="1528" name="Padronizado"/>
          <p:cNvSpPr txBox="1"/>
          <p:nvPr/>
        </p:nvSpPr>
        <p:spPr>
          <a:xfrm>
            <a:off x="19309131" y="738784"/>
            <a:ext cx="354573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929292"/>
                </a:solidFill>
              </a:defRPr>
            </a:lvl1pPr>
          </a:lstStyle>
          <a:p>
            <a:pPr/>
            <a:r>
              <a:t>Padronizado</a:t>
            </a:r>
          </a:p>
        </p:txBody>
      </p:sp>
      <p:sp>
        <p:nvSpPr>
          <p:cNvPr id="1529" name="Íris"/>
          <p:cNvSpPr txBox="1"/>
          <p:nvPr/>
        </p:nvSpPr>
        <p:spPr>
          <a:xfrm>
            <a:off x="1272184" y="438149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pic>
        <p:nvPicPr>
          <p:cNvPr id="1530" name="Screenshot 2025-03-23 at 15.52.14.png" descr="Screenshot 2025-03-23 at 15.52.1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8643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1" name="Screenshot 2025-03-23 at 15.59.25.png" descr="Screenshot 2025-03-23 at 15.59.2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-189484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2" name="Screenshot 2025-03-23 at 16.03.11.png" descr="Screenshot 2025-03-23 at 16.03.11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-18643600" y="2662965"/>
            <a:ext cx="18084800" cy="1000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3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018585" y="2522770"/>
            <a:ext cx="14346830" cy="1079599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4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-15748805" y="2522770"/>
            <a:ext cx="14346828" cy="10795991"/>
          </a:xfrm>
          <a:prstGeom prst="rect">
            <a:avLst/>
          </a:prstGeom>
          <a:ln w="12700">
            <a:miter lim="400000"/>
          </a:ln>
        </p:spPr>
      </p:pic>
      <p:sp>
        <p:nvSpPr>
          <p:cNvPr id="1535" name="Rectangle"/>
          <p:cNvSpPr/>
          <p:nvPr/>
        </p:nvSpPr>
        <p:spPr>
          <a:xfrm>
            <a:off x="24942800" y="-1327"/>
            <a:ext cx="24384000" cy="2286001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6" name="Rectangle"/>
          <p:cNvSpPr/>
          <p:nvPr/>
        </p:nvSpPr>
        <p:spPr>
          <a:xfrm>
            <a:off x="24942799" y="2280083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7" name="Rectangle"/>
          <p:cNvSpPr/>
          <p:nvPr/>
        </p:nvSpPr>
        <p:spPr>
          <a:xfrm>
            <a:off x="24942799" y="4572484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8" name="Rectangle"/>
          <p:cNvSpPr/>
          <p:nvPr/>
        </p:nvSpPr>
        <p:spPr>
          <a:xfrm>
            <a:off x="24942799" y="6855704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39" name="Rectangle"/>
          <p:cNvSpPr/>
          <p:nvPr/>
        </p:nvSpPr>
        <p:spPr>
          <a:xfrm>
            <a:off x="24942799" y="9146295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0" name="Rectangle"/>
          <p:cNvSpPr/>
          <p:nvPr/>
        </p:nvSpPr>
        <p:spPr>
          <a:xfrm>
            <a:off x="24942800" y="11431326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1544" name="Group"/>
          <p:cNvGrpSpPr/>
          <p:nvPr/>
        </p:nvGrpSpPr>
        <p:grpSpPr>
          <a:xfrm>
            <a:off x="9559899" y="14704342"/>
            <a:ext cx="5264202" cy="2711501"/>
            <a:chOff x="0" y="0"/>
            <a:chExt cx="5264200" cy="2711499"/>
          </a:xfrm>
        </p:grpSpPr>
        <p:sp>
          <p:nvSpPr>
            <p:cNvPr id="1541" name="Cristian Silva Vieira"/>
            <p:cNvSpPr txBox="1"/>
            <p:nvPr/>
          </p:nvSpPr>
          <p:spPr>
            <a:xfrm>
              <a:off x="367589" y="0"/>
              <a:ext cx="4529024" cy="796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  <a:latin typeface="Helvetica Neue UltraLight"/>
                  <a:ea typeface="Helvetica Neue UltraLight"/>
                  <a:cs typeface="Helvetica Neue UltraLight"/>
                  <a:sym typeface="Helvetica Neue UltraLight"/>
                </a:defRPr>
              </a:lvl1pPr>
            </a:lstStyle>
            <a:p>
              <a:pPr/>
              <a:r>
                <a:t>Cristian Silva Vieira</a:t>
              </a:r>
            </a:p>
          </p:txBody>
        </p:sp>
        <p:sp>
          <p:nvSpPr>
            <p:cNvPr id="1542" name="Mirela Melo de Viena"/>
            <p:cNvSpPr txBox="1"/>
            <p:nvPr/>
          </p:nvSpPr>
          <p:spPr>
            <a:xfrm>
              <a:off x="72542" y="957577"/>
              <a:ext cx="5130700" cy="796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  <a:latin typeface="Helvetica Neue UltraLight"/>
                  <a:ea typeface="Helvetica Neue UltraLight"/>
                  <a:cs typeface="Helvetica Neue UltraLight"/>
                  <a:sym typeface="Helvetica Neue UltraLight"/>
                </a:defRPr>
              </a:lvl1pPr>
            </a:lstStyle>
            <a:p>
              <a:pPr/>
              <a:r>
                <a:t>Mirela Melo de Viena</a:t>
              </a:r>
            </a:p>
          </p:txBody>
        </p:sp>
        <p:sp>
          <p:nvSpPr>
            <p:cNvPr id="1543" name="João Eduardo Melnic"/>
            <p:cNvSpPr txBox="1"/>
            <p:nvPr/>
          </p:nvSpPr>
          <p:spPr>
            <a:xfrm>
              <a:off x="0" y="1915154"/>
              <a:ext cx="5264201" cy="796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  <a:latin typeface="Helvetica Neue UltraLight"/>
                  <a:ea typeface="Helvetica Neue UltraLight"/>
                  <a:cs typeface="Helvetica Neue UltraLight"/>
                  <a:sym typeface="Helvetica Neue UltraLight"/>
                </a:defRPr>
              </a:lvl1pPr>
            </a:lstStyle>
            <a:p>
              <a:pPr/>
              <a:r>
                <a:t>João Eduardo Melnic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7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8" name="Rectangle"/>
          <p:cNvSpPr/>
          <p:nvPr/>
        </p:nvSpPr>
        <p:spPr>
          <a:xfrm>
            <a:off x="-1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49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50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51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52" name="Rounded Rectangle"/>
          <p:cNvSpPr/>
          <p:nvPr/>
        </p:nvSpPr>
        <p:spPr>
          <a:xfrm rot="18900000">
            <a:off x="4568850" y="-765150"/>
            <a:ext cx="15246300" cy="15246300"/>
          </a:xfrm>
          <a:prstGeom prst="roundRect">
            <a:avLst>
              <a:gd name="adj" fmla="val 199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1556" name="Group"/>
          <p:cNvGrpSpPr/>
          <p:nvPr/>
        </p:nvGrpSpPr>
        <p:grpSpPr>
          <a:xfrm>
            <a:off x="9559899" y="5502250"/>
            <a:ext cx="5264202" cy="2711500"/>
            <a:chOff x="0" y="0"/>
            <a:chExt cx="5264200" cy="2711499"/>
          </a:xfrm>
        </p:grpSpPr>
        <p:sp>
          <p:nvSpPr>
            <p:cNvPr id="1553" name="Cristian Silva Vieira"/>
            <p:cNvSpPr txBox="1"/>
            <p:nvPr/>
          </p:nvSpPr>
          <p:spPr>
            <a:xfrm>
              <a:off x="367589" y="0"/>
              <a:ext cx="4529024" cy="796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  <a:latin typeface="Helvetica Neue UltraLight"/>
                  <a:ea typeface="Helvetica Neue UltraLight"/>
                  <a:cs typeface="Helvetica Neue UltraLight"/>
                  <a:sym typeface="Helvetica Neue UltraLight"/>
                </a:defRPr>
              </a:lvl1pPr>
            </a:lstStyle>
            <a:p>
              <a:pPr/>
              <a:r>
                <a:t>Cristian Silva Vieira</a:t>
              </a:r>
            </a:p>
          </p:txBody>
        </p:sp>
        <p:sp>
          <p:nvSpPr>
            <p:cNvPr id="1554" name="Mirela Melo de Viena"/>
            <p:cNvSpPr txBox="1"/>
            <p:nvPr/>
          </p:nvSpPr>
          <p:spPr>
            <a:xfrm>
              <a:off x="72542" y="957577"/>
              <a:ext cx="5130700" cy="796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  <a:latin typeface="Helvetica Neue UltraLight"/>
                  <a:ea typeface="Helvetica Neue UltraLight"/>
                  <a:cs typeface="Helvetica Neue UltraLight"/>
                  <a:sym typeface="Helvetica Neue UltraLight"/>
                </a:defRPr>
              </a:lvl1pPr>
            </a:lstStyle>
            <a:p>
              <a:pPr/>
              <a:r>
                <a:t>Mirela Melo de Viena</a:t>
              </a:r>
            </a:p>
          </p:txBody>
        </p:sp>
        <p:sp>
          <p:nvSpPr>
            <p:cNvPr id="1555" name="João Eduardo Melnic"/>
            <p:cNvSpPr txBox="1"/>
            <p:nvPr/>
          </p:nvSpPr>
          <p:spPr>
            <a:xfrm>
              <a:off x="0" y="1915154"/>
              <a:ext cx="5264201" cy="796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  <a:latin typeface="Helvetica Neue UltraLight"/>
                  <a:ea typeface="Helvetica Neue UltraLight"/>
                  <a:cs typeface="Helvetica Neue UltraLight"/>
                  <a:sym typeface="Helvetica Neue UltraLight"/>
                </a:defRPr>
              </a:lvl1pPr>
            </a:lstStyle>
            <a:p>
              <a:pPr/>
              <a:r>
                <a:t>João Eduardo Melnic</a:t>
              </a:r>
            </a:p>
          </p:txBody>
        </p:sp>
      </p:grpSp>
      <p:sp>
        <p:nvSpPr>
          <p:cNvPr id="1557" name="Íris"/>
          <p:cNvSpPr txBox="1"/>
          <p:nvPr/>
        </p:nvSpPr>
        <p:spPr>
          <a:xfrm>
            <a:off x="11305184" y="1243524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Rectangle"/>
          <p:cNvSpPr/>
          <p:nvPr/>
        </p:nvSpPr>
        <p:spPr>
          <a:xfrm>
            <a:off x="0" y="0"/>
            <a:ext cx="24384000" cy="2286000"/>
          </a:xfrm>
          <a:prstGeom prst="rect">
            <a:avLst/>
          </a:prstGeom>
          <a:solidFill>
            <a:srgbClr val="74A61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0" name="Rectangle"/>
          <p:cNvSpPr/>
          <p:nvPr/>
        </p:nvSpPr>
        <p:spPr>
          <a:xfrm>
            <a:off x="-1" y="2281409"/>
            <a:ext cx="24384001" cy="2286001"/>
          </a:xfrm>
          <a:prstGeom prst="rect">
            <a:avLst/>
          </a:prstGeom>
          <a:solidFill>
            <a:srgbClr val="FFB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1" name="Rectangle"/>
          <p:cNvSpPr/>
          <p:nvPr/>
        </p:nvSpPr>
        <p:spPr>
          <a:xfrm>
            <a:off x="-1" y="4573810"/>
            <a:ext cx="24384001" cy="2286001"/>
          </a:xfrm>
          <a:prstGeom prst="rect">
            <a:avLst/>
          </a:prstGeom>
          <a:solidFill>
            <a:srgbClr val="F25C0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2" name="Rectangle"/>
          <p:cNvSpPr/>
          <p:nvPr/>
        </p:nvSpPr>
        <p:spPr>
          <a:xfrm>
            <a:off x="-1" y="6857031"/>
            <a:ext cx="24384001" cy="2286001"/>
          </a:xfrm>
          <a:prstGeom prst="rect">
            <a:avLst/>
          </a:prstGeom>
          <a:solidFill>
            <a:srgbClr val="D7263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>
                    <a:alpha val="85000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3" name="Rectangle"/>
          <p:cNvSpPr/>
          <p:nvPr/>
        </p:nvSpPr>
        <p:spPr>
          <a:xfrm>
            <a:off x="-1" y="9147621"/>
            <a:ext cx="24384001" cy="2286001"/>
          </a:xfrm>
          <a:prstGeom prst="rect">
            <a:avLst/>
          </a:prstGeom>
          <a:solidFill>
            <a:srgbClr val="8E3B8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4" name="Rectangle"/>
          <p:cNvSpPr/>
          <p:nvPr/>
        </p:nvSpPr>
        <p:spPr>
          <a:xfrm>
            <a:off x="0" y="11432652"/>
            <a:ext cx="24384001" cy="2286001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5" name="Rounded Rectangle"/>
          <p:cNvSpPr/>
          <p:nvPr/>
        </p:nvSpPr>
        <p:spPr>
          <a:xfrm rot="18900000">
            <a:off x="4568850" y="-765150"/>
            <a:ext cx="15246300" cy="15246300"/>
          </a:xfrm>
          <a:prstGeom prst="roundRect">
            <a:avLst>
              <a:gd name="adj" fmla="val 1999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66" name="Obrigado, e até! &gt;:]"/>
          <p:cNvSpPr txBox="1"/>
          <p:nvPr/>
        </p:nvSpPr>
        <p:spPr>
          <a:xfrm>
            <a:off x="9750704" y="6459827"/>
            <a:ext cx="4882593" cy="796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solidFill>
                  <a:srgbClr val="5E5E5E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lvl1pPr>
          </a:lstStyle>
          <a:p>
            <a:pPr/>
            <a:r>
              <a:t>Obrigado, e até! &gt;:]</a:t>
            </a:r>
          </a:p>
        </p:txBody>
      </p:sp>
      <p:sp>
        <p:nvSpPr>
          <p:cNvPr id="1567" name="Íris"/>
          <p:cNvSpPr txBox="1"/>
          <p:nvPr/>
        </p:nvSpPr>
        <p:spPr>
          <a:xfrm>
            <a:off x="11305184" y="1243524"/>
            <a:ext cx="1773632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b="1" sz="8800">
                <a:solidFill>
                  <a:srgbClr val="8E3B8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Íris</a:t>
            </a:r>
          </a:p>
        </p:txBody>
      </p:sp>
      <p:grpSp>
        <p:nvGrpSpPr>
          <p:cNvPr id="1571" name="Group"/>
          <p:cNvGrpSpPr/>
          <p:nvPr/>
        </p:nvGrpSpPr>
        <p:grpSpPr>
          <a:xfrm>
            <a:off x="9559899" y="14900250"/>
            <a:ext cx="5264202" cy="2711500"/>
            <a:chOff x="0" y="0"/>
            <a:chExt cx="5264200" cy="2711499"/>
          </a:xfrm>
        </p:grpSpPr>
        <p:sp>
          <p:nvSpPr>
            <p:cNvPr id="1568" name="Cristian Silva Vieira"/>
            <p:cNvSpPr txBox="1"/>
            <p:nvPr/>
          </p:nvSpPr>
          <p:spPr>
            <a:xfrm>
              <a:off x="367589" y="0"/>
              <a:ext cx="4529024" cy="796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  <a:latin typeface="Helvetica Neue UltraLight"/>
                  <a:ea typeface="Helvetica Neue UltraLight"/>
                  <a:cs typeface="Helvetica Neue UltraLight"/>
                  <a:sym typeface="Helvetica Neue UltraLight"/>
                </a:defRPr>
              </a:lvl1pPr>
            </a:lstStyle>
            <a:p>
              <a:pPr/>
              <a:r>
                <a:t>Cristian Silva Vieira</a:t>
              </a:r>
            </a:p>
          </p:txBody>
        </p:sp>
        <p:sp>
          <p:nvSpPr>
            <p:cNvPr id="1569" name="Mirela Melo de Viena"/>
            <p:cNvSpPr txBox="1"/>
            <p:nvPr/>
          </p:nvSpPr>
          <p:spPr>
            <a:xfrm>
              <a:off x="72542" y="957577"/>
              <a:ext cx="5130700" cy="796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  <a:latin typeface="Helvetica Neue UltraLight"/>
                  <a:ea typeface="Helvetica Neue UltraLight"/>
                  <a:cs typeface="Helvetica Neue UltraLight"/>
                  <a:sym typeface="Helvetica Neue UltraLight"/>
                </a:defRPr>
              </a:lvl1pPr>
            </a:lstStyle>
            <a:p>
              <a:pPr/>
              <a:r>
                <a:t>Mirela Melo de Viena</a:t>
              </a:r>
            </a:p>
          </p:txBody>
        </p:sp>
        <p:sp>
          <p:nvSpPr>
            <p:cNvPr id="1570" name="João Eduardo Melnic"/>
            <p:cNvSpPr txBox="1"/>
            <p:nvPr/>
          </p:nvSpPr>
          <p:spPr>
            <a:xfrm>
              <a:off x="0" y="1915154"/>
              <a:ext cx="5264201" cy="7963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rgbClr val="5E5E5E"/>
                  </a:solidFill>
                  <a:latin typeface="Helvetica Neue UltraLight"/>
                  <a:ea typeface="Helvetica Neue UltraLight"/>
                  <a:cs typeface="Helvetica Neue UltraLight"/>
                  <a:sym typeface="Helvetica Neue UltraLight"/>
                </a:defRPr>
              </a:lvl1pPr>
            </a:lstStyle>
            <a:p>
              <a:pPr/>
              <a:r>
                <a:t>João Eduardo Melnic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